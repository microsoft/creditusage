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1477" r:id="rId3"/>
    <p:sldId id="2518" r:id="rId4"/>
    <p:sldId id="1684" r:id="rId5"/>
    <p:sldId id="262" r:id="rId6"/>
    <p:sldId id="2101" r:id="rId7"/>
    <p:sldId id="2517" r:id="rId8"/>
    <p:sldId id="257" r:id="rId9"/>
    <p:sldId id="2523" r:id="rId10"/>
    <p:sldId id="2524" r:id="rId11"/>
    <p:sldId id="2525" r:id="rId12"/>
    <p:sldId id="2526" r:id="rId13"/>
    <p:sldId id="2527" r:id="rId14"/>
    <p:sldId id="2521" r:id="rId15"/>
    <p:sldId id="1067" r:id="rId16"/>
    <p:sldId id="1068" r:id="rId17"/>
    <p:sldId id="1069" r:id="rId18"/>
    <p:sldId id="1070" r:id="rId19"/>
    <p:sldId id="251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A7D9"/>
    <a:srgbClr val="FCE6E1"/>
    <a:srgbClr val="10B8B1"/>
    <a:srgbClr val="DEF3F0"/>
    <a:srgbClr val="E4EA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12D539-27A2-8DEA-A00B-3DC34698752B}" v="50" dt="2026-08-20T11:55:54.4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9"/>
    <p:restoredTop sz="94694"/>
  </p:normalViewPr>
  <p:slideViewPr>
    <p:cSldViewPr snapToGrid="0">
      <p:cViewPr varScale="1">
        <p:scale>
          <a:sx n="100" d="100"/>
          <a:sy n="100" d="100"/>
        </p:scale>
        <p:origin x="45"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ifer Stoll" userId="34033918-e8c4-466a-b474-fa136e0430b4" providerId="ADAL" clId="{7853BEC8-7A77-5913-80E7-2BB7C2EB3B37}"/>
    <pc:docChg chg="undo custSel addSld delSld modSld sldOrd">
      <pc:chgData name="Jennifer Stoll" userId="34033918-e8c4-466a-b474-fa136e0430b4" providerId="ADAL" clId="{7853BEC8-7A77-5913-80E7-2BB7C2EB3B37}" dt="2026-08-19T03:41:14.935" v="856" actId="14100"/>
      <pc:docMkLst>
        <pc:docMk/>
      </pc:docMkLst>
      <pc:sldChg chg="addSp delSp modSp mod">
        <pc:chgData name="Jennifer Stoll" userId="34033918-e8c4-466a-b474-fa136e0430b4" providerId="ADAL" clId="{7853BEC8-7A77-5913-80E7-2BB7C2EB3B37}" dt="2026-08-14T21:30:26.968" v="45" actId="478"/>
        <pc:sldMkLst>
          <pc:docMk/>
          <pc:sldMk cId="2475755520" sldId="256"/>
        </pc:sldMkLst>
      </pc:sldChg>
      <pc:sldChg chg="delSp modSp mod">
        <pc:chgData name="Jennifer Stoll" userId="34033918-e8c4-466a-b474-fa136e0430b4" providerId="ADAL" clId="{7853BEC8-7A77-5913-80E7-2BB7C2EB3B37}" dt="2026-08-14T21:53:31.669" v="82" actId="1076"/>
        <pc:sldMkLst>
          <pc:docMk/>
          <pc:sldMk cId="3006815578" sldId="257"/>
        </pc:sldMkLst>
        <pc:spChg chg="mod">
          <ac:chgData name="Jennifer Stoll" userId="34033918-e8c4-466a-b474-fa136e0430b4" providerId="ADAL" clId="{7853BEC8-7A77-5913-80E7-2BB7C2EB3B37}" dt="2026-08-14T21:26:21.991" v="2" actId="1076"/>
          <ac:spMkLst>
            <pc:docMk/>
            <pc:sldMk cId="3006815578" sldId="257"/>
            <ac:spMk id="2" creationId="{00000000-0000-0000-0000-000000000000}"/>
          </ac:spMkLst>
        </pc:spChg>
        <pc:spChg chg="mod">
          <ac:chgData name="Jennifer Stoll" userId="34033918-e8c4-466a-b474-fa136e0430b4" providerId="ADAL" clId="{7853BEC8-7A77-5913-80E7-2BB7C2EB3B37}" dt="2026-08-14T21:53:25.805" v="81" actId="20577"/>
          <ac:spMkLst>
            <pc:docMk/>
            <pc:sldMk cId="3006815578" sldId="257"/>
            <ac:spMk id="5" creationId="{00000000-0000-0000-0000-000000000000}"/>
          </ac:spMkLst>
        </pc:spChg>
        <pc:spChg chg="mod">
          <ac:chgData name="Jennifer Stoll" userId="34033918-e8c4-466a-b474-fa136e0430b4" providerId="ADAL" clId="{7853BEC8-7A77-5913-80E7-2BB7C2EB3B37}" dt="2026-08-14T21:53:31.669" v="82" actId="1076"/>
          <ac:spMkLst>
            <pc:docMk/>
            <pc:sldMk cId="3006815578" sldId="257"/>
            <ac:spMk id="12" creationId="{00000000-0000-0000-0000-000000000000}"/>
          </ac:spMkLst>
        </pc:spChg>
        <pc:spChg chg="mod">
          <ac:chgData name="Jennifer Stoll" userId="34033918-e8c4-466a-b474-fa136e0430b4" providerId="ADAL" clId="{7853BEC8-7A77-5913-80E7-2BB7C2EB3B37}" dt="2026-08-14T21:27:32.974" v="31" actId="1076"/>
          <ac:spMkLst>
            <pc:docMk/>
            <pc:sldMk cId="3006815578" sldId="257"/>
            <ac:spMk id="15" creationId="{00000000-0000-0000-0000-000000000000}"/>
          </ac:spMkLst>
        </pc:spChg>
        <pc:spChg chg="mod">
          <ac:chgData name="Jennifer Stoll" userId="34033918-e8c4-466a-b474-fa136e0430b4" providerId="ADAL" clId="{7853BEC8-7A77-5913-80E7-2BB7C2EB3B37}" dt="2026-08-14T21:53:22.277" v="80" actId="1076"/>
          <ac:spMkLst>
            <pc:docMk/>
            <pc:sldMk cId="3006815578" sldId="257"/>
            <ac:spMk id="21" creationId="{00000000-0000-0000-0000-000000000000}"/>
          </ac:spMkLst>
        </pc:spChg>
        <pc:spChg chg="mod">
          <ac:chgData name="Jennifer Stoll" userId="34033918-e8c4-466a-b474-fa136e0430b4" providerId="ADAL" clId="{7853BEC8-7A77-5913-80E7-2BB7C2EB3B37}" dt="2026-08-14T21:26:35.446" v="29" actId="1035"/>
          <ac:spMkLst>
            <pc:docMk/>
            <pc:sldMk cId="3006815578" sldId="257"/>
            <ac:spMk id="24" creationId="{00000000-0000-0000-0000-000000000000}"/>
          </ac:spMkLst>
        </pc:spChg>
        <pc:spChg chg="mod">
          <ac:chgData name="Jennifer Stoll" userId="34033918-e8c4-466a-b474-fa136e0430b4" providerId="ADAL" clId="{7853BEC8-7A77-5913-80E7-2BB7C2EB3B37}" dt="2026-08-14T21:32:30.335" v="48" actId="20577"/>
          <ac:spMkLst>
            <pc:docMk/>
            <pc:sldMk cId="3006815578" sldId="257"/>
            <ac:spMk id="31" creationId="{00000000-0000-0000-0000-000000000000}"/>
          </ac:spMkLst>
        </pc:spChg>
      </pc:sldChg>
      <pc:sldChg chg="addSp delSp modSp add mod">
        <pc:chgData name="Jennifer Stoll" userId="34033918-e8c4-466a-b474-fa136e0430b4" providerId="ADAL" clId="{7853BEC8-7A77-5913-80E7-2BB7C2EB3B37}" dt="2026-08-18T20:46:41.852" v="455" actId="1582"/>
        <pc:sldMkLst>
          <pc:docMk/>
          <pc:sldMk cId="3773769569" sldId="262"/>
        </pc:sldMkLst>
        <pc:spChg chg="add mod">
          <ac:chgData name="Jennifer Stoll" userId="34033918-e8c4-466a-b474-fa136e0430b4" providerId="ADAL" clId="{7853BEC8-7A77-5913-80E7-2BB7C2EB3B37}" dt="2026-08-18T20:42:40.572" v="443"/>
          <ac:spMkLst>
            <pc:docMk/>
            <pc:sldMk cId="3773769569" sldId="262"/>
            <ac:spMk id="30" creationId="{F4D41F1A-267E-89CA-F099-F7521AC3386C}"/>
          </ac:spMkLst>
        </pc:spChg>
        <pc:spChg chg="add mod">
          <ac:chgData name="Jennifer Stoll" userId="34033918-e8c4-466a-b474-fa136e0430b4" providerId="ADAL" clId="{7853BEC8-7A77-5913-80E7-2BB7C2EB3B37}" dt="2026-08-18T20:46:09.729" v="449" actId="1076"/>
          <ac:spMkLst>
            <pc:docMk/>
            <pc:sldMk cId="3773769569" sldId="262"/>
            <ac:spMk id="31" creationId="{6BAEF5E2-5F3F-275D-BA9C-3199C7E44C83}"/>
          </ac:spMkLst>
        </pc:spChg>
        <pc:spChg chg="add mod">
          <ac:chgData name="Jennifer Stoll" userId="34033918-e8c4-466a-b474-fa136e0430b4" providerId="ADAL" clId="{7853BEC8-7A77-5913-80E7-2BB7C2EB3B37}" dt="2026-08-18T20:46:41.852" v="455" actId="1582"/>
          <ac:spMkLst>
            <pc:docMk/>
            <pc:sldMk cId="3773769569" sldId="262"/>
            <ac:spMk id="32" creationId="{82B4F676-3F6E-8B6D-DF54-EADC81E1B9A3}"/>
          </ac:spMkLst>
        </pc:spChg>
        <pc:spChg chg="add mod">
          <ac:chgData name="Jennifer Stoll" userId="34033918-e8c4-466a-b474-fa136e0430b4" providerId="ADAL" clId="{7853BEC8-7A77-5913-80E7-2BB7C2EB3B37}" dt="2026-08-18T20:46:24.703" v="452" actId="1076"/>
          <ac:spMkLst>
            <pc:docMk/>
            <pc:sldMk cId="3773769569" sldId="262"/>
            <ac:spMk id="34" creationId="{F2D18DDF-9AC7-42F2-0660-314511F18657}"/>
          </ac:spMkLst>
        </pc:spChg>
      </pc:sldChg>
      <pc:sldChg chg="modSp mod">
        <pc:chgData name="Jennifer Stoll" userId="34033918-e8c4-466a-b474-fa136e0430b4" providerId="ADAL" clId="{7853BEC8-7A77-5913-80E7-2BB7C2EB3B37}" dt="2026-08-18T20:07:10.429" v="145" actId="404"/>
        <pc:sldMkLst>
          <pc:docMk/>
          <pc:sldMk cId="1531730025" sldId="1069"/>
        </pc:sldMkLst>
        <pc:spChg chg="mod">
          <ac:chgData name="Jennifer Stoll" userId="34033918-e8c4-466a-b474-fa136e0430b4" providerId="ADAL" clId="{7853BEC8-7A77-5913-80E7-2BB7C2EB3B37}" dt="2026-08-18T20:07:10.429" v="145" actId="404"/>
          <ac:spMkLst>
            <pc:docMk/>
            <pc:sldMk cId="1531730025" sldId="1069"/>
            <ac:spMk id="16" creationId="{FD7AB669-C81B-D9D3-52E3-74EF43BEB83E}"/>
          </ac:spMkLst>
        </pc:spChg>
      </pc:sldChg>
      <pc:sldChg chg="delSp modSp mod">
        <pc:chgData name="Jennifer Stoll" userId="34033918-e8c4-466a-b474-fa136e0430b4" providerId="ADAL" clId="{7853BEC8-7A77-5913-80E7-2BB7C2EB3B37}" dt="2026-08-14T21:54:27.546" v="88" actId="1076"/>
        <pc:sldMkLst>
          <pc:docMk/>
          <pc:sldMk cId="3247270599" sldId="1477"/>
        </pc:sldMkLst>
        <pc:spChg chg="mod">
          <ac:chgData name="Jennifer Stoll" userId="34033918-e8c4-466a-b474-fa136e0430b4" providerId="ADAL" clId="{7853BEC8-7A77-5913-80E7-2BB7C2EB3B37}" dt="2026-08-14T21:54:18.710" v="87" actId="14100"/>
          <ac:spMkLst>
            <pc:docMk/>
            <pc:sldMk cId="3247270599" sldId="1477"/>
            <ac:spMk id="17" creationId="{D92A04CF-A7E3-CEA4-5F5C-24D6351FBEEC}"/>
          </ac:spMkLst>
        </pc:spChg>
        <pc:spChg chg="mod">
          <ac:chgData name="Jennifer Stoll" userId="34033918-e8c4-466a-b474-fa136e0430b4" providerId="ADAL" clId="{7853BEC8-7A77-5913-80E7-2BB7C2EB3B37}" dt="2026-08-14T21:53:56.822" v="84" actId="1076"/>
          <ac:spMkLst>
            <pc:docMk/>
            <pc:sldMk cId="3247270599" sldId="1477"/>
            <ac:spMk id="28" creationId="{EA93403C-B4D2-71C1-7DA5-487D685585DA}"/>
          </ac:spMkLst>
        </pc:spChg>
        <pc:spChg chg="mod">
          <ac:chgData name="Jennifer Stoll" userId="34033918-e8c4-466a-b474-fa136e0430b4" providerId="ADAL" clId="{7853BEC8-7A77-5913-80E7-2BB7C2EB3B37}" dt="2026-08-14T21:53:56.822" v="84" actId="1076"/>
          <ac:spMkLst>
            <pc:docMk/>
            <pc:sldMk cId="3247270599" sldId="1477"/>
            <ac:spMk id="29" creationId="{7846E869-5897-073D-E837-9B38B6EE1740}"/>
          </ac:spMkLst>
        </pc:spChg>
        <pc:spChg chg="mod">
          <ac:chgData name="Jennifer Stoll" userId="34033918-e8c4-466a-b474-fa136e0430b4" providerId="ADAL" clId="{7853BEC8-7A77-5913-80E7-2BB7C2EB3B37}" dt="2026-08-14T21:53:46.277" v="83" actId="1076"/>
          <ac:spMkLst>
            <pc:docMk/>
            <pc:sldMk cId="3247270599" sldId="1477"/>
            <ac:spMk id="34" creationId="{3894BA9A-9C97-BCC2-8EC3-A5BA68140A1B}"/>
          </ac:spMkLst>
        </pc:spChg>
        <pc:spChg chg="mod">
          <ac:chgData name="Jennifer Stoll" userId="34033918-e8c4-466a-b474-fa136e0430b4" providerId="ADAL" clId="{7853BEC8-7A77-5913-80E7-2BB7C2EB3B37}" dt="2026-08-14T21:53:46.277" v="83" actId="1076"/>
          <ac:spMkLst>
            <pc:docMk/>
            <pc:sldMk cId="3247270599" sldId="1477"/>
            <ac:spMk id="35" creationId="{928BB20B-906E-C854-04E8-DF827F132E2C}"/>
          </ac:spMkLst>
        </pc:spChg>
        <pc:grpChg chg="mod">
          <ac:chgData name="Jennifer Stoll" userId="34033918-e8c4-466a-b474-fa136e0430b4" providerId="ADAL" clId="{7853BEC8-7A77-5913-80E7-2BB7C2EB3B37}" dt="2026-08-14T21:54:27.546" v="88" actId="1076"/>
          <ac:grpSpMkLst>
            <pc:docMk/>
            <pc:sldMk cId="3247270599" sldId="1477"/>
            <ac:grpSpMk id="39" creationId="{67913FC8-1204-44CD-36D8-DF286D11D1B4}"/>
          </ac:grpSpMkLst>
        </pc:grpChg>
      </pc:sldChg>
      <pc:sldChg chg="ord">
        <pc:chgData name="Jennifer Stoll" userId="34033918-e8c4-466a-b474-fa136e0430b4" providerId="ADAL" clId="{7853BEC8-7A77-5913-80E7-2BB7C2EB3B37}" dt="2026-08-18T20:05:31.703" v="91" actId="20578"/>
        <pc:sldMkLst>
          <pc:docMk/>
          <pc:sldMk cId="2810077879" sldId="1684"/>
        </pc:sldMkLst>
      </pc:sldChg>
      <pc:sldChg chg="ord">
        <pc:chgData name="Jennifer Stoll" userId="34033918-e8c4-466a-b474-fa136e0430b4" providerId="ADAL" clId="{7853BEC8-7A77-5913-80E7-2BB7C2EB3B37}" dt="2026-08-18T20:05:31.703" v="91" actId="20578"/>
        <pc:sldMkLst>
          <pc:docMk/>
          <pc:sldMk cId="2378878226" sldId="2101"/>
        </pc:sldMkLst>
      </pc:sldChg>
      <pc:sldChg chg="modSp mod">
        <pc:chgData name="Jennifer Stoll" userId="34033918-e8c4-466a-b474-fa136e0430b4" providerId="ADAL" clId="{7853BEC8-7A77-5913-80E7-2BB7C2EB3B37}" dt="2026-08-18T20:33:19.612" v="185" actId="20577"/>
        <pc:sldMkLst>
          <pc:docMk/>
          <pc:sldMk cId="1959217967" sldId="2514"/>
        </pc:sldMkLst>
        <pc:spChg chg="mod">
          <ac:chgData name="Jennifer Stoll" userId="34033918-e8c4-466a-b474-fa136e0430b4" providerId="ADAL" clId="{7853BEC8-7A77-5913-80E7-2BB7C2EB3B37}" dt="2026-08-18T20:33:19.612" v="185" actId="20577"/>
          <ac:spMkLst>
            <pc:docMk/>
            <pc:sldMk cId="1959217967" sldId="2514"/>
            <ac:spMk id="4" creationId="{9249F2FA-8F8C-AA5B-8309-4CBC35474144}"/>
          </ac:spMkLst>
        </pc:spChg>
      </pc:sldChg>
      <pc:sldChg chg="delSp del mod modShow">
        <pc:chgData name="Jennifer Stoll" userId="34033918-e8c4-466a-b474-fa136e0430b4" providerId="ADAL" clId="{7853BEC8-7A77-5913-80E7-2BB7C2EB3B37}" dt="2026-08-19T03:35:11.754" v="607" actId="2696"/>
        <pc:sldMkLst>
          <pc:docMk/>
          <pc:sldMk cId="3221939258" sldId="2516"/>
        </pc:sldMkLst>
      </pc:sldChg>
      <pc:sldChg chg="delSp modSp mod">
        <pc:chgData name="Jennifer Stoll" userId="34033918-e8c4-466a-b474-fa136e0430b4" providerId="ADAL" clId="{7853BEC8-7A77-5913-80E7-2BB7C2EB3B37}" dt="2026-08-18T20:06:23.412" v="132" actId="20577"/>
        <pc:sldMkLst>
          <pc:docMk/>
          <pc:sldMk cId="614185236" sldId="2517"/>
        </pc:sldMkLst>
        <pc:spChg chg="mod">
          <ac:chgData name="Jennifer Stoll" userId="34033918-e8c4-466a-b474-fa136e0430b4" providerId="ADAL" clId="{7853BEC8-7A77-5913-80E7-2BB7C2EB3B37}" dt="2026-08-18T20:06:23.412" v="132" actId="20577"/>
          <ac:spMkLst>
            <pc:docMk/>
            <pc:sldMk cId="614185236" sldId="2517"/>
            <ac:spMk id="10" creationId="{72B0C2AC-B967-472E-9A76-488C7CE1C31E}"/>
          </ac:spMkLst>
        </pc:spChg>
      </pc:sldChg>
      <pc:sldChg chg="addSp delSp modSp mod ord">
        <pc:chgData name="Jennifer Stoll" userId="34033918-e8c4-466a-b474-fa136e0430b4" providerId="ADAL" clId="{7853BEC8-7A77-5913-80E7-2BB7C2EB3B37}" dt="2026-08-18T20:06:26.640" v="133" actId="478"/>
        <pc:sldMkLst>
          <pc:docMk/>
          <pc:sldMk cId="2398021420" sldId="2518"/>
        </pc:sldMkLst>
        <pc:spChg chg="add del mod">
          <ac:chgData name="Jennifer Stoll" userId="34033918-e8c4-466a-b474-fa136e0430b4" providerId="ADAL" clId="{7853BEC8-7A77-5913-80E7-2BB7C2EB3B37}" dt="2026-08-18T20:05:43.422" v="95" actId="1076"/>
          <ac:spMkLst>
            <pc:docMk/>
            <pc:sldMk cId="2398021420" sldId="2518"/>
            <ac:spMk id="2" creationId="{00000000-0000-0000-0000-000000000000}"/>
          </ac:spMkLst>
        </pc:spChg>
        <pc:spChg chg="mod">
          <ac:chgData name="Jennifer Stoll" userId="34033918-e8c4-466a-b474-fa136e0430b4" providerId="ADAL" clId="{7853BEC8-7A77-5913-80E7-2BB7C2EB3B37}" dt="2026-08-18T20:05:54.014" v="120" actId="20577"/>
          <ac:spMkLst>
            <pc:docMk/>
            <pc:sldMk cId="2398021420" sldId="2518"/>
            <ac:spMk id="10" creationId="{72B0C2AC-B967-472E-9A76-488C7CE1C31E}"/>
          </ac:spMkLst>
        </pc:spChg>
      </pc:sldChg>
      <pc:sldChg chg="modSp add mod">
        <pc:chgData name="Jennifer Stoll" userId="34033918-e8c4-466a-b474-fa136e0430b4" providerId="ADAL" clId="{7853BEC8-7A77-5913-80E7-2BB7C2EB3B37}" dt="2026-08-18T20:06:50.865" v="144" actId="20577"/>
        <pc:sldMkLst>
          <pc:docMk/>
          <pc:sldMk cId="965411151" sldId="2521"/>
        </pc:sldMkLst>
        <pc:spChg chg="mod">
          <ac:chgData name="Jennifer Stoll" userId="34033918-e8c4-466a-b474-fa136e0430b4" providerId="ADAL" clId="{7853BEC8-7A77-5913-80E7-2BB7C2EB3B37}" dt="2026-08-18T20:06:50.865" v="144" actId="20577"/>
          <ac:spMkLst>
            <pc:docMk/>
            <pc:sldMk cId="965411151" sldId="2521"/>
            <ac:spMk id="10" creationId="{AA3CF454-8CA7-8D66-1AEE-7FA8C8AB28FF}"/>
          </ac:spMkLst>
        </pc:spChg>
      </pc:sldChg>
      <pc:sldChg chg="addSp delSp modSp add mod">
        <pc:chgData name="Jennifer Stoll" userId="34033918-e8c4-466a-b474-fa136e0430b4" providerId="ADAL" clId="{7853BEC8-7A77-5913-80E7-2BB7C2EB3B37}" dt="2026-08-19T03:41:14.935" v="856" actId="14100"/>
        <pc:sldMkLst>
          <pc:docMk/>
          <pc:sldMk cId="4093263111" sldId="2522"/>
        </pc:sldMkLst>
        <pc:spChg chg="add mod">
          <ac:chgData name="Jennifer Stoll" userId="34033918-e8c4-466a-b474-fa136e0430b4" providerId="ADAL" clId="{7853BEC8-7A77-5913-80E7-2BB7C2EB3B37}" dt="2026-08-19T03:40:58.361" v="853" actId="1037"/>
          <ac:spMkLst>
            <pc:docMk/>
            <pc:sldMk cId="4093263111" sldId="2522"/>
            <ac:spMk id="2" creationId="{ADE56EE1-8644-F23F-0B2A-3EDA74907395}"/>
          </ac:spMkLst>
        </pc:spChg>
        <pc:spChg chg="add mod">
          <ac:chgData name="Jennifer Stoll" userId="34033918-e8c4-466a-b474-fa136e0430b4" providerId="ADAL" clId="{7853BEC8-7A77-5913-80E7-2BB7C2EB3B37}" dt="2026-08-19T03:38:42.009" v="764" actId="20577"/>
          <ac:spMkLst>
            <pc:docMk/>
            <pc:sldMk cId="4093263111" sldId="2522"/>
            <ac:spMk id="7" creationId="{CB4D8492-0E60-96F7-2447-97EAB45C9104}"/>
          </ac:spMkLst>
        </pc:spChg>
        <pc:spChg chg="add mod">
          <ac:chgData name="Jennifer Stoll" userId="34033918-e8c4-466a-b474-fa136e0430b4" providerId="ADAL" clId="{7853BEC8-7A77-5913-80E7-2BB7C2EB3B37}" dt="2026-08-19T03:38:24.976" v="752" actId="1038"/>
          <ac:spMkLst>
            <pc:docMk/>
            <pc:sldMk cId="4093263111" sldId="2522"/>
            <ac:spMk id="8" creationId="{1652D085-CA7A-354E-50C9-4A8536EEFD69}"/>
          </ac:spMkLst>
        </pc:spChg>
        <pc:spChg chg="add mod">
          <ac:chgData name="Jennifer Stoll" userId="34033918-e8c4-466a-b474-fa136e0430b4" providerId="ADAL" clId="{7853BEC8-7A77-5913-80E7-2BB7C2EB3B37}" dt="2026-08-19T03:38:24.976" v="752" actId="1038"/>
          <ac:spMkLst>
            <pc:docMk/>
            <pc:sldMk cId="4093263111" sldId="2522"/>
            <ac:spMk id="9" creationId="{4A43E651-4CA5-7629-CD7C-C91A10C6FE64}"/>
          </ac:spMkLst>
        </pc:spChg>
        <pc:spChg chg="add mod">
          <ac:chgData name="Jennifer Stoll" userId="34033918-e8c4-466a-b474-fa136e0430b4" providerId="ADAL" clId="{7853BEC8-7A77-5913-80E7-2BB7C2EB3B37}" dt="2026-08-19T03:38:24.976" v="752" actId="1038"/>
          <ac:spMkLst>
            <pc:docMk/>
            <pc:sldMk cId="4093263111" sldId="2522"/>
            <ac:spMk id="10" creationId="{F8E9DCD4-F796-1250-E052-2824E5208E89}"/>
          </ac:spMkLst>
        </pc:spChg>
        <pc:spChg chg="add mod">
          <ac:chgData name="Jennifer Stoll" userId="34033918-e8c4-466a-b474-fa136e0430b4" providerId="ADAL" clId="{7853BEC8-7A77-5913-80E7-2BB7C2EB3B37}" dt="2026-08-19T03:40:44.413" v="840" actId="1076"/>
          <ac:spMkLst>
            <pc:docMk/>
            <pc:sldMk cId="4093263111" sldId="2522"/>
            <ac:spMk id="11" creationId="{E578C527-34F5-F29D-CC06-2935DB754CB6}"/>
          </ac:spMkLst>
        </pc:spChg>
        <pc:spChg chg="add mod">
          <ac:chgData name="Jennifer Stoll" userId="34033918-e8c4-466a-b474-fa136e0430b4" providerId="ADAL" clId="{7853BEC8-7A77-5913-80E7-2BB7C2EB3B37}" dt="2026-08-19T03:41:14.935" v="856" actId="14100"/>
          <ac:spMkLst>
            <pc:docMk/>
            <pc:sldMk cId="4093263111" sldId="2522"/>
            <ac:spMk id="12" creationId="{43B627AF-5AD1-6DBA-A5B9-D347B4D504F9}"/>
          </ac:spMkLst>
        </pc:spChg>
        <pc:spChg chg="add mod">
          <ac:chgData name="Jennifer Stoll" userId="34033918-e8c4-466a-b474-fa136e0430b4" providerId="ADAL" clId="{7853BEC8-7A77-5913-80E7-2BB7C2EB3B37}" dt="2026-08-19T03:38:24.976" v="752" actId="1038"/>
          <ac:spMkLst>
            <pc:docMk/>
            <pc:sldMk cId="4093263111" sldId="2522"/>
            <ac:spMk id="13" creationId="{F279BE2E-38D8-A5A8-94BD-7B4B1BCB7920}"/>
          </ac:spMkLst>
        </pc:spChg>
        <pc:spChg chg="add mod">
          <ac:chgData name="Jennifer Stoll" userId="34033918-e8c4-466a-b474-fa136e0430b4" providerId="ADAL" clId="{7853BEC8-7A77-5913-80E7-2BB7C2EB3B37}" dt="2026-08-19T03:38:24.976" v="752" actId="1038"/>
          <ac:spMkLst>
            <pc:docMk/>
            <pc:sldMk cId="4093263111" sldId="2522"/>
            <ac:spMk id="14" creationId="{D24EC2FE-22A1-256D-C6D8-62DDC522D390}"/>
          </ac:spMkLst>
        </pc:spChg>
        <pc:spChg chg="add mod">
          <ac:chgData name="Jennifer Stoll" userId="34033918-e8c4-466a-b474-fa136e0430b4" providerId="ADAL" clId="{7853BEC8-7A77-5913-80E7-2BB7C2EB3B37}" dt="2026-08-19T03:40:58.361" v="853" actId="1037"/>
          <ac:spMkLst>
            <pc:docMk/>
            <pc:sldMk cId="4093263111" sldId="2522"/>
            <ac:spMk id="15" creationId="{698CDB29-81ED-6DF9-9AF2-1DDA2AC4815B}"/>
          </ac:spMkLst>
        </pc:spChg>
        <pc:spChg chg="add mod">
          <ac:chgData name="Jennifer Stoll" userId="34033918-e8c4-466a-b474-fa136e0430b4" providerId="ADAL" clId="{7853BEC8-7A77-5913-80E7-2BB7C2EB3B37}" dt="2026-08-19T03:40:58.361" v="853" actId="1037"/>
          <ac:spMkLst>
            <pc:docMk/>
            <pc:sldMk cId="4093263111" sldId="2522"/>
            <ac:spMk id="16" creationId="{263FF40D-D41C-0D96-D52F-732BB68D95A8}"/>
          </ac:spMkLst>
        </pc:spChg>
        <pc:spChg chg="add mod">
          <ac:chgData name="Jennifer Stoll" userId="34033918-e8c4-466a-b474-fa136e0430b4" providerId="ADAL" clId="{7853BEC8-7A77-5913-80E7-2BB7C2EB3B37}" dt="2026-08-19T03:40:58.361" v="853" actId="1037"/>
          <ac:spMkLst>
            <pc:docMk/>
            <pc:sldMk cId="4093263111" sldId="2522"/>
            <ac:spMk id="17" creationId="{03F1C327-A2B0-2991-9AF2-6440AD50390C}"/>
          </ac:spMkLst>
        </pc:spChg>
        <pc:spChg chg="add mod">
          <ac:chgData name="Jennifer Stoll" userId="34033918-e8c4-466a-b474-fa136e0430b4" providerId="ADAL" clId="{7853BEC8-7A77-5913-80E7-2BB7C2EB3B37}" dt="2026-08-19T03:38:36.415" v="754" actId="1076"/>
          <ac:spMkLst>
            <pc:docMk/>
            <pc:sldMk cId="4093263111" sldId="2522"/>
            <ac:spMk id="18" creationId="{071F1887-E22C-1ADB-148D-2D59A61062C6}"/>
          </ac:spMkLst>
        </pc:spChg>
      </pc:sldChg>
      <pc:sldChg chg="modSp mod">
        <pc:chgData name="Jennifer Stoll" userId="34033918-e8c4-466a-b474-fa136e0430b4" providerId="ADAL" clId="{7853BEC8-7A77-5913-80E7-2BB7C2EB3B37}" dt="2026-08-18T22:52:38.004" v="605" actId="1076"/>
        <pc:sldMkLst>
          <pc:docMk/>
          <pc:sldMk cId="1063283471" sldId="2523"/>
        </pc:sldMkLst>
        <pc:spChg chg="mod">
          <ac:chgData name="Jennifer Stoll" userId="34033918-e8c4-466a-b474-fa136e0430b4" providerId="ADAL" clId="{7853BEC8-7A77-5913-80E7-2BB7C2EB3B37}" dt="2026-08-18T22:52:38.004" v="605" actId="1076"/>
          <ac:spMkLst>
            <pc:docMk/>
            <pc:sldMk cId="1063283471" sldId="2523"/>
            <ac:spMk id="7" creationId="{00000000-0000-0000-0000-000000000000}"/>
          </ac:spMkLst>
        </pc:spChg>
      </pc:sldChg>
      <pc:sldChg chg="modSp mod">
        <pc:chgData name="Jennifer Stoll" userId="34033918-e8c4-466a-b474-fa136e0430b4" providerId="ADAL" clId="{7853BEC8-7A77-5913-80E7-2BB7C2EB3B37}" dt="2026-08-18T22:52:31.691" v="604" actId="1076"/>
        <pc:sldMkLst>
          <pc:docMk/>
          <pc:sldMk cId="52244765" sldId="2524"/>
        </pc:sldMkLst>
        <pc:spChg chg="mod">
          <ac:chgData name="Jennifer Stoll" userId="34033918-e8c4-466a-b474-fa136e0430b4" providerId="ADAL" clId="{7853BEC8-7A77-5913-80E7-2BB7C2EB3B37}" dt="2026-08-18T22:52:31.691" v="604" actId="1076"/>
          <ac:spMkLst>
            <pc:docMk/>
            <pc:sldMk cId="52244765" sldId="2524"/>
            <ac:spMk id="7" creationId="{0319E50C-C4B7-B730-BEFF-022A66F7E244}"/>
          </ac:spMkLst>
        </pc:spChg>
      </pc:sldChg>
      <pc:sldChg chg="modSp mod">
        <pc:chgData name="Jennifer Stoll" userId="34033918-e8c4-466a-b474-fa136e0430b4" providerId="ADAL" clId="{7853BEC8-7A77-5913-80E7-2BB7C2EB3B37}" dt="2026-08-18T22:52:27.625" v="603" actId="1076"/>
        <pc:sldMkLst>
          <pc:docMk/>
          <pc:sldMk cId="2172483309" sldId="2525"/>
        </pc:sldMkLst>
        <pc:spChg chg="mod">
          <ac:chgData name="Jennifer Stoll" userId="34033918-e8c4-466a-b474-fa136e0430b4" providerId="ADAL" clId="{7853BEC8-7A77-5913-80E7-2BB7C2EB3B37}" dt="2026-08-18T22:52:27.625" v="603" actId="1076"/>
          <ac:spMkLst>
            <pc:docMk/>
            <pc:sldMk cId="2172483309" sldId="2525"/>
            <ac:spMk id="7" creationId="{00000000-0000-0000-0000-000000000000}"/>
          </ac:spMkLst>
        </pc:spChg>
      </pc:sldChg>
      <pc:sldChg chg="modSp mod">
        <pc:chgData name="Jennifer Stoll" userId="34033918-e8c4-466a-b474-fa136e0430b4" providerId="ADAL" clId="{7853BEC8-7A77-5913-80E7-2BB7C2EB3B37}" dt="2026-08-18T22:52:23.649" v="602" actId="1076"/>
        <pc:sldMkLst>
          <pc:docMk/>
          <pc:sldMk cId="2824453868" sldId="2526"/>
        </pc:sldMkLst>
        <pc:spChg chg="mod">
          <ac:chgData name="Jennifer Stoll" userId="34033918-e8c4-466a-b474-fa136e0430b4" providerId="ADAL" clId="{7853BEC8-7A77-5913-80E7-2BB7C2EB3B37}" dt="2026-08-18T22:52:23.649" v="602" actId="1076"/>
          <ac:spMkLst>
            <pc:docMk/>
            <pc:sldMk cId="2824453868" sldId="2526"/>
            <ac:spMk id="7" creationId="{00000000-0000-0000-0000-000000000000}"/>
          </ac:spMkLst>
        </pc:spChg>
      </pc:sldChg>
      <pc:sldChg chg="addSp delSp modSp mod">
        <pc:chgData name="Jennifer Stoll" userId="34033918-e8c4-466a-b474-fa136e0430b4" providerId="ADAL" clId="{7853BEC8-7A77-5913-80E7-2BB7C2EB3B37}" dt="2026-08-18T22:53:12.595" v="606" actId="13926"/>
        <pc:sldMkLst>
          <pc:docMk/>
          <pc:sldMk cId="2313983600" sldId="2527"/>
        </pc:sldMkLst>
        <pc:spChg chg="mod">
          <ac:chgData name="Jennifer Stoll" userId="34033918-e8c4-466a-b474-fa136e0430b4" providerId="ADAL" clId="{7853BEC8-7A77-5913-80E7-2BB7C2EB3B37}" dt="2026-08-18T22:48:27.805" v="471" actId="167"/>
          <ac:spMkLst>
            <pc:docMk/>
            <pc:sldMk cId="2313983600" sldId="2527"/>
            <ac:spMk id="2" creationId="{00000000-0000-0000-0000-000000000000}"/>
          </ac:spMkLst>
        </pc:spChg>
        <pc:spChg chg="mod">
          <ac:chgData name="Jennifer Stoll" userId="34033918-e8c4-466a-b474-fa136e0430b4" providerId="ADAL" clId="{7853BEC8-7A77-5913-80E7-2BB7C2EB3B37}" dt="2026-08-18T22:52:18.515" v="601" actId="1076"/>
          <ac:spMkLst>
            <pc:docMk/>
            <pc:sldMk cId="2313983600" sldId="2527"/>
            <ac:spMk id="7" creationId="{00000000-0000-0000-0000-000000000000}"/>
          </ac:spMkLst>
        </pc:spChg>
        <pc:spChg chg="add mod">
          <ac:chgData name="Jennifer Stoll" userId="34033918-e8c4-466a-b474-fa136e0430b4" providerId="ADAL" clId="{7853BEC8-7A77-5913-80E7-2BB7C2EB3B37}" dt="2026-08-18T22:51:05.890" v="596" actId="14100"/>
          <ac:spMkLst>
            <pc:docMk/>
            <pc:sldMk cId="2313983600" sldId="2527"/>
            <ac:spMk id="10" creationId="{457B361A-E5C6-EAFB-75A2-BBA00AF48C6C}"/>
          </ac:spMkLst>
        </pc:spChg>
        <pc:spChg chg="add mod">
          <ac:chgData name="Jennifer Stoll" userId="34033918-e8c4-466a-b474-fa136e0430b4" providerId="ADAL" clId="{7853BEC8-7A77-5913-80E7-2BB7C2EB3B37}" dt="2026-08-18T22:51:03.054" v="595" actId="1076"/>
          <ac:spMkLst>
            <pc:docMk/>
            <pc:sldMk cId="2313983600" sldId="2527"/>
            <ac:spMk id="11" creationId="{35FBD23B-9172-CFE5-203F-DF50E51E8057}"/>
          </ac:spMkLst>
        </pc:spChg>
        <pc:spChg chg="mod">
          <ac:chgData name="Jennifer Stoll" userId="34033918-e8c4-466a-b474-fa136e0430b4" providerId="ADAL" clId="{7853BEC8-7A77-5913-80E7-2BB7C2EB3B37}" dt="2026-08-18T22:51:10.897" v="597" actId="14100"/>
          <ac:spMkLst>
            <pc:docMk/>
            <pc:sldMk cId="2313983600" sldId="2527"/>
            <ac:spMk id="40" creationId="{8C40AF2B-15A1-0AC6-A1F1-58530DE3A77C}"/>
          </ac:spMkLst>
        </pc:spChg>
        <pc:spChg chg="mod">
          <ac:chgData name="Jennifer Stoll" userId="34033918-e8c4-466a-b474-fa136e0430b4" providerId="ADAL" clId="{7853BEC8-7A77-5913-80E7-2BB7C2EB3B37}" dt="2026-08-18T22:51:30.368" v="599" actId="1076"/>
          <ac:spMkLst>
            <pc:docMk/>
            <pc:sldMk cId="2313983600" sldId="2527"/>
            <ac:spMk id="46" creationId="{6D0D2223-C569-5CCB-6407-EDB1A0688C4D}"/>
          </ac:spMkLst>
        </pc:spChg>
        <pc:spChg chg="mod">
          <ac:chgData name="Jennifer Stoll" userId="34033918-e8c4-466a-b474-fa136e0430b4" providerId="ADAL" clId="{7853BEC8-7A77-5913-80E7-2BB7C2EB3B37}" dt="2026-08-18T22:51:30.368" v="599" actId="1076"/>
          <ac:spMkLst>
            <pc:docMk/>
            <pc:sldMk cId="2313983600" sldId="2527"/>
            <ac:spMk id="47" creationId="{1DF94A7E-F520-084B-1328-55DA60A82792}"/>
          </ac:spMkLst>
        </pc:spChg>
        <pc:spChg chg="mod">
          <ac:chgData name="Jennifer Stoll" userId="34033918-e8c4-466a-b474-fa136e0430b4" providerId="ADAL" clId="{7853BEC8-7A77-5913-80E7-2BB7C2EB3B37}" dt="2026-08-18T22:51:30.368" v="599" actId="1076"/>
          <ac:spMkLst>
            <pc:docMk/>
            <pc:sldMk cId="2313983600" sldId="2527"/>
            <ac:spMk id="48" creationId="{BB022968-F0C1-FA1C-D235-843E01C608D0}"/>
          </ac:spMkLst>
        </pc:spChg>
        <pc:spChg chg="mod">
          <ac:chgData name="Jennifer Stoll" userId="34033918-e8c4-466a-b474-fa136e0430b4" providerId="ADAL" clId="{7853BEC8-7A77-5913-80E7-2BB7C2EB3B37}" dt="2026-08-18T22:51:23.933" v="598" actId="1076"/>
          <ac:spMkLst>
            <pc:docMk/>
            <pc:sldMk cId="2313983600" sldId="2527"/>
            <ac:spMk id="49" creationId="{B45B77B1-D169-168C-CF48-A50F472CEAD6}"/>
          </ac:spMkLst>
        </pc:spChg>
        <pc:spChg chg="mod">
          <ac:chgData name="Jennifer Stoll" userId="34033918-e8c4-466a-b474-fa136e0430b4" providerId="ADAL" clId="{7853BEC8-7A77-5913-80E7-2BB7C2EB3B37}" dt="2026-08-18T22:51:23.933" v="598" actId="1076"/>
          <ac:spMkLst>
            <pc:docMk/>
            <pc:sldMk cId="2313983600" sldId="2527"/>
            <ac:spMk id="50" creationId="{CC84059F-BE6D-7CA5-E763-06764C591A46}"/>
          </ac:spMkLst>
        </pc:spChg>
        <pc:spChg chg="mod">
          <ac:chgData name="Jennifer Stoll" userId="34033918-e8c4-466a-b474-fa136e0430b4" providerId="ADAL" clId="{7853BEC8-7A77-5913-80E7-2BB7C2EB3B37}" dt="2026-08-18T22:51:23.933" v="598" actId="1076"/>
          <ac:spMkLst>
            <pc:docMk/>
            <pc:sldMk cId="2313983600" sldId="2527"/>
            <ac:spMk id="51" creationId="{55CFC170-A5B8-719C-0F72-74A45DB81B7B}"/>
          </ac:spMkLst>
        </pc:spChg>
        <pc:grpChg chg="add mod">
          <ac:chgData name="Jennifer Stoll" userId="34033918-e8c4-466a-b474-fa136e0430b4" providerId="ADAL" clId="{7853BEC8-7A77-5913-80E7-2BB7C2EB3B37}" dt="2026-08-18T22:48:24.165" v="470" actId="167"/>
          <ac:grpSpMkLst>
            <pc:docMk/>
            <pc:sldMk cId="2313983600" sldId="2527"/>
            <ac:grpSpMk id="14" creationId="{29174B49-374A-B171-C3BB-BEECCFBF142D}"/>
          </ac:grpSpMkLst>
        </pc:grpChg>
        <pc:grpChg chg="add mod">
          <ac:chgData name="Jennifer Stoll" userId="34033918-e8c4-466a-b474-fa136e0430b4" providerId="ADAL" clId="{7853BEC8-7A77-5913-80E7-2BB7C2EB3B37}" dt="2026-08-18T22:51:23.933" v="598" actId="1076"/>
          <ac:grpSpMkLst>
            <pc:docMk/>
            <pc:sldMk cId="2313983600" sldId="2527"/>
            <ac:grpSpMk id="15" creationId="{9517C428-114B-0F2E-E0A0-9D944951AFF4}"/>
          </ac:grpSpMkLst>
        </pc:grpChg>
        <pc:cxnChg chg="add mod">
          <ac:chgData name="Jennifer Stoll" userId="34033918-e8c4-466a-b474-fa136e0430b4" providerId="ADAL" clId="{7853BEC8-7A77-5913-80E7-2BB7C2EB3B37}" dt="2026-08-18T22:51:03.054" v="595" actId="1076"/>
          <ac:cxnSpMkLst>
            <pc:docMk/>
            <pc:sldMk cId="2313983600" sldId="2527"/>
            <ac:cxnSpMk id="12" creationId="{241E5B91-7F63-64CE-5BC3-5A55EF9C0B1B}"/>
          </ac:cxnSpMkLst>
        </pc:cxnChg>
      </pc:sldChg>
    </pc:docChg>
  </pc:docChgLst>
  <pc:docChgLst>
    <pc:chgData name="Jordan King" userId="cd8501f1-3dd8-48aa-ab82-6fa657fc40c8" providerId="ADAL" clId="{BD478A9F-7713-41CB-93F8-AB6C306C31FC}"/>
    <pc:docChg chg="undo custSel addSld modSld">
      <pc:chgData name="Jordan King" userId="cd8501f1-3dd8-48aa-ab82-6fa657fc40c8" providerId="ADAL" clId="{BD478A9F-7713-41CB-93F8-AB6C306C31FC}" dt="2026-08-18T19:39:27.331" v="28" actId="20577"/>
      <pc:docMkLst>
        <pc:docMk/>
      </pc:docMkLst>
      <pc:sldChg chg="delSp modSp add mod">
        <pc:chgData name="Jordan King" userId="cd8501f1-3dd8-48aa-ab82-6fa657fc40c8" providerId="ADAL" clId="{BD478A9F-7713-41CB-93F8-AB6C306C31FC}" dt="2026-08-18T19:39:02.970" v="20" actId="20577"/>
        <pc:sldMkLst>
          <pc:docMk/>
          <pc:sldMk cId="1718458356" sldId="1067"/>
        </pc:sldMkLst>
        <pc:spChg chg="topLvl">
          <ac:chgData name="Jordan King" userId="cd8501f1-3dd8-48aa-ab82-6fa657fc40c8" providerId="ADAL" clId="{BD478A9F-7713-41CB-93F8-AB6C306C31FC}" dt="2026-08-18T19:37:57.441" v="1" actId="478"/>
          <ac:spMkLst>
            <pc:docMk/>
            <pc:sldMk cId="1718458356" sldId="1067"/>
            <ac:spMk id="3" creationId="{552F0E5F-985A-B161-9A1A-0208BA935CFC}"/>
          </ac:spMkLst>
        </pc:spChg>
        <pc:spChg chg="mod">
          <ac:chgData name="Jordan King" userId="cd8501f1-3dd8-48aa-ab82-6fa657fc40c8" providerId="ADAL" clId="{BD478A9F-7713-41CB-93F8-AB6C306C31FC}" dt="2026-08-18T19:39:02.970" v="20" actId="20577"/>
          <ac:spMkLst>
            <pc:docMk/>
            <pc:sldMk cId="1718458356" sldId="1067"/>
            <ac:spMk id="5" creationId="{3D17DAF4-7020-A31E-DFD8-15070CB67E27}"/>
          </ac:spMkLst>
        </pc:spChg>
        <pc:spChg chg="mod">
          <ac:chgData name="Jordan King" userId="cd8501f1-3dd8-48aa-ab82-6fa657fc40c8" providerId="ADAL" clId="{BD478A9F-7713-41CB-93F8-AB6C306C31FC}" dt="2026-08-18T19:38:15.816" v="11" actId="20577"/>
          <ac:spMkLst>
            <pc:docMk/>
            <pc:sldMk cId="1718458356" sldId="1067"/>
            <ac:spMk id="8" creationId="{F9813CF5-6BAF-F42B-595D-34BAA6B7C503}"/>
          </ac:spMkLst>
        </pc:spChg>
      </pc:sldChg>
      <pc:sldChg chg="delSp modSp add mod setBg">
        <pc:chgData name="Jordan King" userId="cd8501f1-3dd8-48aa-ab82-6fa657fc40c8" providerId="ADAL" clId="{BD478A9F-7713-41CB-93F8-AB6C306C31FC}" dt="2026-08-18T19:38:53.187" v="15" actId="20577"/>
        <pc:sldMkLst>
          <pc:docMk/>
          <pc:sldMk cId="3035597522" sldId="1068"/>
        </pc:sldMkLst>
        <pc:spChg chg="topLvl">
          <ac:chgData name="Jordan King" userId="cd8501f1-3dd8-48aa-ab82-6fa657fc40c8" providerId="ADAL" clId="{BD478A9F-7713-41CB-93F8-AB6C306C31FC}" dt="2026-08-18T19:38:48.382" v="12" actId="478"/>
          <ac:spMkLst>
            <pc:docMk/>
            <pc:sldMk cId="3035597522" sldId="1068"/>
            <ac:spMk id="20" creationId="{2924F020-5784-C506-B380-D83D7E375413}"/>
          </ac:spMkLst>
        </pc:spChg>
        <pc:spChg chg="mod">
          <ac:chgData name="Jordan King" userId="cd8501f1-3dd8-48aa-ab82-6fa657fc40c8" providerId="ADAL" clId="{BD478A9F-7713-41CB-93F8-AB6C306C31FC}" dt="2026-08-18T19:38:53.187" v="15" actId="20577"/>
          <ac:spMkLst>
            <pc:docMk/>
            <pc:sldMk cId="3035597522" sldId="1068"/>
            <ac:spMk id="22" creationId="{FC473774-00C8-CCDA-D671-BB70BD95E389}"/>
          </ac:spMkLst>
        </pc:spChg>
      </pc:sldChg>
      <pc:sldChg chg="delSp modSp add mod">
        <pc:chgData name="Jordan King" userId="cd8501f1-3dd8-48aa-ab82-6fa657fc40c8" providerId="ADAL" clId="{BD478A9F-7713-41CB-93F8-AB6C306C31FC}" dt="2026-08-18T19:39:12.900" v="24" actId="20577"/>
        <pc:sldMkLst>
          <pc:docMk/>
          <pc:sldMk cId="1531730025" sldId="1069"/>
        </pc:sldMkLst>
        <pc:spChg chg="topLvl">
          <ac:chgData name="Jordan King" userId="cd8501f1-3dd8-48aa-ab82-6fa657fc40c8" providerId="ADAL" clId="{BD478A9F-7713-41CB-93F8-AB6C306C31FC}" dt="2026-08-18T19:39:08.586" v="21" actId="478"/>
          <ac:spMkLst>
            <pc:docMk/>
            <pc:sldMk cId="1531730025" sldId="1069"/>
            <ac:spMk id="9" creationId="{869AE663-C49A-BA2D-DB5D-A5DAF9C373AC}"/>
          </ac:spMkLst>
        </pc:spChg>
        <pc:spChg chg="mod">
          <ac:chgData name="Jordan King" userId="cd8501f1-3dd8-48aa-ab82-6fa657fc40c8" providerId="ADAL" clId="{BD478A9F-7713-41CB-93F8-AB6C306C31FC}" dt="2026-08-18T19:39:12.900" v="24" actId="20577"/>
          <ac:spMkLst>
            <pc:docMk/>
            <pc:sldMk cId="1531730025" sldId="1069"/>
            <ac:spMk id="11" creationId="{99639D4E-41A5-41AB-B69C-0B648B604316}"/>
          </ac:spMkLst>
        </pc:spChg>
      </pc:sldChg>
      <pc:sldChg chg="delSp modSp add mod setBg">
        <pc:chgData name="Jordan King" userId="cd8501f1-3dd8-48aa-ab82-6fa657fc40c8" providerId="ADAL" clId="{BD478A9F-7713-41CB-93F8-AB6C306C31FC}" dt="2026-08-18T19:39:27.331" v="28" actId="20577"/>
        <pc:sldMkLst>
          <pc:docMk/>
          <pc:sldMk cId="1189799047" sldId="1070"/>
        </pc:sldMkLst>
        <pc:spChg chg="topLvl">
          <ac:chgData name="Jordan King" userId="cd8501f1-3dd8-48aa-ab82-6fa657fc40c8" providerId="ADAL" clId="{BD478A9F-7713-41CB-93F8-AB6C306C31FC}" dt="2026-08-18T19:39:20.439" v="25" actId="478"/>
          <ac:spMkLst>
            <pc:docMk/>
            <pc:sldMk cId="1189799047" sldId="1070"/>
            <ac:spMk id="34" creationId="{8BCD950E-6A98-5921-5C57-97EDEF3BB23A}"/>
          </ac:spMkLst>
        </pc:spChg>
        <pc:spChg chg="mod">
          <ac:chgData name="Jordan King" userId="cd8501f1-3dd8-48aa-ab82-6fa657fc40c8" providerId="ADAL" clId="{BD478A9F-7713-41CB-93F8-AB6C306C31FC}" dt="2026-08-18T19:39:27.331" v="28" actId="20577"/>
          <ac:spMkLst>
            <pc:docMk/>
            <pc:sldMk cId="1189799047" sldId="1070"/>
            <ac:spMk id="38" creationId="{EF32A09D-E11E-AE4B-0512-787BE42A351C}"/>
          </ac:spMkLst>
        </pc:spChg>
      </pc:sldChg>
    </pc:docChg>
  </pc:docChgLst>
  <pc:docChgLst>
    <pc:chgData name="Jennifer Stoll" userId="S::jstoll@microsoft.com::34033918-e8c4-466a-b474-fa136e0430b4" providerId="AD" clId="Web-{4E4D0D8C-D2AF-1EA9-DB41-D17E7B4A0E2C}"/>
    <pc:docChg chg="delSld modSld">
      <pc:chgData name="Jennifer Stoll" userId="S::jstoll@microsoft.com::34033918-e8c4-466a-b474-fa136e0430b4" providerId="AD" clId="Web-{4E4D0D8C-D2AF-1EA9-DB41-D17E7B4A0E2C}" dt="2026-08-18T19:27:38.619" v="88"/>
      <pc:docMkLst>
        <pc:docMk/>
      </pc:docMkLst>
      <pc:sldChg chg="delSp modSp">
        <pc:chgData name="Jennifer Stoll" userId="S::jstoll@microsoft.com::34033918-e8c4-466a-b474-fa136e0430b4" providerId="AD" clId="Web-{4E4D0D8C-D2AF-1EA9-DB41-D17E7B4A0E2C}" dt="2026-08-18T19:27:02.024" v="87" actId="20577"/>
        <pc:sldMkLst>
          <pc:docMk/>
          <pc:sldMk cId="3006815578" sldId="257"/>
        </pc:sldMkLst>
        <pc:spChg chg="mod">
          <ac:chgData name="Jennifer Stoll" userId="S::jstoll@microsoft.com::34033918-e8c4-466a-b474-fa136e0430b4" providerId="AD" clId="Web-{4E4D0D8C-D2AF-1EA9-DB41-D17E7B4A0E2C}" dt="2026-08-18T19:24:56.474" v="34" actId="20577"/>
          <ac:spMkLst>
            <pc:docMk/>
            <pc:sldMk cId="3006815578" sldId="257"/>
            <ac:spMk id="12" creationId="{00000000-0000-0000-0000-000000000000}"/>
          </ac:spMkLst>
        </pc:spChg>
        <pc:spChg chg="mod">
          <ac:chgData name="Jennifer Stoll" userId="S::jstoll@microsoft.com::34033918-e8c4-466a-b474-fa136e0430b4" providerId="AD" clId="Web-{4E4D0D8C-D2AF-1EA9-DB41-D17E7B4A0E2C}" dt="2026-08-18T19:27:02.024" v="87" actId="20577"/>
          <ac:spMkLst>
            <pc:docMk/>
            <pc:sldMk cId="3006815578" sldId="257"/>
            <ac:spMk id="15" creationId="{00000000-0000-0000-0000-000000000000}"/>
          </ac:spMkLst>
        </pc:spChg>
        <pc:spChg chg="mod">
          <ac:chgData name="Jennifer Stoll" userId="S::jstoll@microsoft.com::34033918-e8c4-466a-b474-fa136e0430b4" providerId="AD" clId="Web-{4E4D0D8C-D2AF-1EA9-DB41-D17E7B4A0E2C}" dt="2026-08-18T19:25:22.553" v="61" actId="20577"/>
          <ac:spMkLst>
            <pc:docMk/>
            <pc:sldMk cId="3006815578" sldId="257"/>
            <ac:spMk id="21" creationId="{00000000-0000-0000-0000-000000000000}"/>
          </ac:spMkLst>
        </pc:spChg>
      </pc:sldChg>
      <pc:sldChg chg="addSp delSp modSp">
        <pc:chgData name="Jennifer Stoll" userId="S::jstoll@microsoft.com::34033918-e8c4-466a-b474-fa136e0430b4" providerId="AD" clId="Web-{4E4D0D8C-D2AF-1EA9-DB41-D17E7B4A0E2C}" dt="2026-08-18T19:25:42.710" v="84" actId="20577"/>
        <pc:sldMkLst>
          <pc:docMk/>
          <pc:sldMk cId="3247270599" sldId="1477"/>
        </pc:sldMkLst>
        <pc:spChg chg="add mod">
          <ac:chgData name="Jennifer Stoll" userId="S::jstoll@microsoft.com::34033918-e8c4-466a-b474-fa136e0430b4" providerId="AD" clId="Web-{4E4D0D8C-D2AF-1EA9-DB41-D17E7B4A0E2C}" dt="2026-08-18T19:17:21.261" v="25" actId="14100"/>
          <ac:spMkLst>
            <pc:docMk/>
            <pc:sldMk cId="3247270599" sldId="1477"/>
            <ac:spMk id="5" creationId="{60424E35-A842-0F9B-4066-59E3EF1061EB}"/>
          </ac:spMkLst>
        </pc:spChg>
        <pc:spChg chg="add mod">
          <ac:chgData name="Jennifer Stoll" userId="S::jstoll@microsoft.com::34033918-e8c4-466a-b474-fa136e0430b4" providerId="AD" clId="Web-{4E4D0D8C-D2AF-1EA9-DB41-D17E7B4A0E2C}" dt="2026-08-18T19:17:46.324" v="29" actId="14100"/>
          <ac:spMkLst>
            <pc:docMk/>
            <pc:sldMk cId="3247270599" sldId="1477"/>
            <ac:spMk id="7" creationId="{924E076F-7E99-5589-0FDA-39BEC4C531CB}"/>
          </ac:spMkLst>
        </pc:spChg>
        <pc:spChg chg="mod">
          <ac:chgData name="Jennifer Stoll" userId="S::jstoll@microsoft.com::34033918-e8c4-466a-b474-fa136e0430b4" providerId="AD" clId="Web-{4E4D0D8C-D2AF-1EA9-DB41-D17E7B4A0E2C}" dt="2026-08-18T19:17:01.729" v="12" actId="1076"/>
          <ac:spMkLst>
            <pc:docMk/>
            <pc:sldMk cId="3247270599" sldId="1477"/>
            <ac:spMk id="25" creationId="{97DFE447-8360-E409-AEC2-F622235F5ECC}"/>
          </ac:spMkLst>
        </pc:spChg>
        <pc:spChg chg="mod">
          <ac:chgData name="Jennifer Stoll" userId="S::jstoll@microsoft.com::34033918-e8c4-466a-b474-fa136e0430b4" providerId="AD" clId="Web-{4E4D0D8C-D2AF-1EA9-DB41-D17E7B4A0E2C}" dt="2026-08-18T19:17:01.776" v="13" actId="1076"/>
          <ac:spMkLst>
            <pc:docMk/>
            <pc:sldMk cId="3247270599" sldId="1477"/>
            <ac:spMk id="26" creationId="{FC794136-A155-43F1-E7ED-A4BB4DAE0C50}"/>
          </ac:spMkLst>
        </pc:spChg>
        <pc:spChg chg="mod">
          <ac:chgData name="Jennifer Stoll" userId="S::jstoll@microsoft.com::34033918-e8c4-466a-b474-fa136e0430b4" providerId="AD" clId="Web-{4E4D0D8C-D2AF-1EA9-DB41-D17E7B4A0E2C}" dt="2026-08-18T19:16:55.588" v="10" actId="1076"/>
          <ac:spMkLst>
            <pc:docMk/>
            <pc:sldMk cId="3247270599" sldId="1477"/>
            <ac:spMk id="28" creationId="{EA93403C-B4D2-71C1-7DA5-487D685585DA}"/>
          </ac:spMkLst>
        </pc:spChg>
        <pc:spChg chg="mod">
          <ac:chgData name="Jennifer Stoll" userId="S::jstoll@microsoft.com::34033918-e8c4-466a-b474-fa136e0430b4" providerId="AD" clId="Web-{4E4D0D8C-D2AF-1EA9-DB41-D17E7B4A0E2C}" dt="2026-08-18T19:16:55.651" v="11" actId="1076"/>
          <ac:spMkLst>
            <pc:docMk/>
            <pc:sldMk cId="3247270599" sldId="1477"/>
            <ac:spMk id="29" creationId="{7846E869-5897-073D-E837-9B38B6EE1740}"/>
          </ac:spMkLst>
        </pc:spChg>
        <pc:spChg chg="mod">
          <ac:chgData name="Jennifer Stoll" userId="S::jstoll@microsoft.com::34033918-e8c4-466a-b474-fa136e0430b4" providerId="AD" clId="Web-{4E4D0D8C-D2AF-1EA9-DB41-D17E7B4A0E2C}" dt="2026-08-18T19:16:14.509" v="3" actId="20577"/>
          <ac:spMkLst>
            <pc:docMk/>
            <pc:sldMk cId="3247270599" sldId="1477"/>
            <ac:spMk id="34" creationId="{3894BA9A-9C97-BCC2-8EC3-A5BA68140A1B}"/>
          </ac:spMkLst>
        </pc:spChg>
        <pc:spChg chg="mod">
          <ac:chgData name="Jennifer Stoll" userId="S::jstoll@microsoft.com::34033918-e8c4-466a-b474-fa136e0430b4" providerId="AD" clId="Web-{4E4D0D8C-D2AF-1EA9-DB41-D17E7B4A0E2C}" dt="2026-08-18T19:25:42.710" v="84" actId="20577"/>
          <ac:spMkLst>
            <pc:docMk/>
            <pc:sldMk cId="3247270599" sldId="1477"/>
            <ac:spMk id="35" creationId="{928BB20B-906E-C854-04E8-DF827F132E2C}"/>
          </ac:spMkLst>
        </pc:spChg>
      </pc:sldChg>
    </pc:docChg>
  </pc:docChgLst>
  <pc:docChgLst>
    <pc:chgData name="Stephanie Smith" userId="S::stephansmith@microsoft.com::b0a3bb81-5531-4f93-ac06-3bdcd97eb30d" providerId="AD" clId="Web-{D838529B-7EE9-AC00-B2D1-22F716C18A62}"/>
    <pc:docChg chg="delSld modSld">
      <pc:chgData name="Stephanie Smith" userId="S::stephansmith@microsoft.com::b0a3bb81-5531-4f93-ac06-3bdcd97eb30d" providerId="AD" clId="Web-{D838529B-7EE9-AC00-B2D1-22F716C18A62}" dt="2026-08-14T16:43:17.854" v="173" actId="20577"/>
      <pc:docMkLst>
        <pc:docMk/>
      </pc:docMkLst>
      <pc:sldChg chg="addSp delSp modSp">
        <pc:chgData name="Stephanie Smith" userId="S::stephansmith@microsoft.com::b0a3bb81-5531-4f93-ac06-3bdcd97eb30d" providerId="AD" clId="Web-{D838529B-7EE9-AC00-B2D1-22F716C18A62}" dt="2026-08-14T16:41:53.929" v="152"/>
        <pc:sldMkLst>
          <pc:docMk/>
          <pc:sldMk cId="3006815578" sldId="257"/>
        </pc:sldMkLst>
        <pc:spChg chg="add del mod">
          <ac:chgData name="Stephanie Smith" userId="S::stephansmith@microsoft.com::b0a3bb81-5531-4f93-ac06-3bdcd97eb30d" providerId="AD" clId="Web-{D838529B-7EE9-AC00-B2D1-22F716C18A62}" dt="2026-08-14T16:38:42.387" v="68" actId="20577"/>
          <ac:spMkLst>
            <pc:docMk/>
            <pc:sldMk cId="3006815578" sldId="257"/>
            <ac:spMk id="12" creationId="{00000000-0000-0000-0000-000000000000}"/>
          </ac:spMkLst>
        </pc:spChg>
        <pc:spChg chg="mod">
          <ac:chgData name="Stephanie Smith" userId="S::stephansmith@microsoft.com::b0a3bb81-5531-4f93-ac06-3bdcd97eb30d" providerId="AD" clId="Web-{D838529B-7EE9-AC00-B2D1-22F716C18A62}" dt="2026-08-14T16:38:55.591" v="75" actId="20577"/>
          <ac:spMkLst>
            <pc:docMk/>
            <pc:sldMk cId="3006815578" sldId="257"/>
            <ac:spMk id="15" creationId="{00000000-0000-0000-0000-000000000000}"/>
          </ac:spMkLst>
        </pc:spChg>
        <pc:spChg chg="mod">
          <ac:chgData name="Stephanie Smith" userId="S::stephansmith@microsoft.com::b0a3bb81-5531-4f93-ac06-3bdcd97eb30d" providerId="AD" clId="Web-{D838529B-7EE9-AC00-B2D1-22F716C18A62}" dt="2026-08-14T16:39:25.952" v="102" actId="20577"/>
          <ac:spMkLst>
            <pc:docMk/>
            <pc:sldMk cId="3006815578" sldId="257"/>
            <ac:spMk id="21" creationId="{00000000-0000-0000-0000-000000000000}"/>
          </ac:spMkLst>
        </pc:spChg>
        <pc:spChg chg="mod">
          <ac:chgData name="Stephanie Smith" userId="S::stephansmith@microsoft.com::b0a3bb81-5531-4f93-ac06-3bdcd97eb30d" providerId="AD" clId="Web-{D838529B-7EE9-AC00-B2D1-22F716C18A62}" dt="2026-08-14T16:39:41.844" v="113" actId="20577"/>
          <ac:spMkLst>
            <pc:docMk/>
            <pc:sldMk cId="3006815578" sldId="257"/>
            <ac:spMk id="24" creationId="{00000000-0000-0000-0000-000000000000}"/>
          </ac:spMkLst>
        </pc:spChg>
        <pc:spChg chg="mod">
          <ac:chgData name="Stephanie Smith" userId="S::stephansmith@microsoft.com::b0a3bb81-5531-4f93-ac06-3bdcd97eb30d" providerId="AD" clId="Web-{D838529B-7EE9-AC00-B2D1-22F716C18A62}" dt="2026-08-14T16:22:09.621" v="41" actId="14100"/>
          <ac:spMkLst>
            <pc:docMk/>
            <pc:sldMk cId="3006815578" sldId="257"/>
            <ac:spMk id="29" creationId="{00000000-0000-0000-0000-000000000000}"/>
          </ac:spMkLst>
        </pc:spChg>
        <pc:spChg chg="mod">
          <ac:chgData name="Stephanie Smith" userId="S::stephansmith@microsoft.com::b0a3bb81-5531-4f93-ac06-3bdcd97eb30d" providerId="AD" clId="Web-{D838529B-7EE9-AC00-B2D1-22F716C18A62}" dt="2026-08-14T16:21:56.151" v="39" actId="1076"/>
          <ac:spMkLst>
            <pc:docMk/>
            <pc:sldMk cId="3006815578" sldId="257"/>
            <ac:spMk id="30" creationId="{00000000-0000-0000-0000-000000000000}"/>
          </ac:spMkLst>
        </pc:spChg>
        <pc:spChg chg="mod">
          <ac:chgData name="Stephanie Smith" userId="S::stephansmith@microsoft.com::b0a3bb81-5531-4f93-ac06-3bdcd97eb30d" providerId="AD" clId="Web-{D838529B-7EE9-AC00-B2D1-22F716C18A62}" dt="2026-08-14T16:22:05.246" v="40" actId="1076"/>
          <ac:spMkLst>
            <pc:docMk/>
            <pc:sldMk cId="3006815578" sldId="257"/>
            <ac:spMk id="31" creationId="{00000000-0000-0000-0000-000000000000}"/>
          </ac:spMkLst>
        </pc:spChg>
      </pc:sldChg>
    </pc:docChg>
  </pc:docChgLst>
  <pc:docChgLst>
    <pc:chgData name="Stephanie Smith" userId="S::stephansmith@microsoft.com::b0a3bb81-5531-4f93-ac06-3bdcd97eb30d" providerId="AD" clId="Web-{00000000-0000-0000-0000-000000000000}"/>
    <pc:docChg chg="modSld">
      <pc:chgData name="Stephanie Smith" userId="S::stephansmith@microsoft.com::b0a3bb81-5531-4f93-ac06-3bdcd97eb30d" providerId="AD" clId="Web-{00000000-0000-0000-0000-000000000000}" dt="2026-08-18T22:41:46.783" v="2" actId="20577"/>
      <pc:docMkLst>
        <pc:docMk/>
      </pc:docMkLst>
      <pc:sldChg chg="modSp">
        <pc:chgData name="Stephanie Smith" userId="S::stephansmith@microsoft.com::b0a3bb81-5531-4f93-ac06-3bdcd97eb30d" providerId="AD" clId="Web-{00000000-0000-0000-0000-000000000000}" dt="2026-08-18T22:41:46.783" v="2" actId="20577"/>
        <pc:sldMkLst>
          <pc:docMk/>
          <pc:sldMk cId="1063283471" sldId="2523"/>
        </pc:sldMkLst>
        <pc:spChg chg="mod">
          <ac:chgData name="Stephanie Smith" userId="S::stephansmith@microsoft.com::b0a3bb81-5531-4f93-ac06-3bdcd97eb30d" providerId="AD" clId="Web-{00000000-0000-0000-0000-000000000000}" dt="2026-08-18T22:41:08.813" v="1" actId="1076"/>
          <ac:spMkLst>
            <pc:docMk/>
            <pc:sldMk cId="1063283471" sldId="2523"/>
            <ac:spMk id="11" creationId="{FF4D1C41-A9AC-3B8C-8D72-50046661C454}"/>
          </ac:spMkLst>
        </pc:spChg>
        <pc:spChg chg="mod">
          <ac:chgData name="Stephanie Smith" userId="S::stephansmith@microsoft.com::b0a3bb81-5531-4f93-ac06-3bdcd97eb30d" providerId="AD" clId="Web-{00000000-0000-0000-0000-000000000000}" dt="2026-08-18T22:41:46.783" v="2" actId="20577"/>
          <ac:spMkLst>
            <pc:docMk/>
            <pc:sldMk cId="1063283471" sldId="2523"/>
            <ac:spMk id="32" creationId="{CF629D64-BEDC-043C-5645-ECCDB08A1D33}"/>
          </ac:spMkLst>
        </pc:spChg>
      </pc:sldChg>
    </pc:docChg>
  </pc:docChgLst>
  <pc:docChgLst>
    <pc:chgData name="Stephanie Smith" userId="S::stephansmith@microsoft.com::b0a3bb81-5531-4f93-ac06-3bdcd97eb30d" providerId="AD" clId="Web-{EB12D539-27A2-8DEA-A00B-3DC34698752B}"/>
    <pc:docChg chg="modSld">
      <pc:chgData name="Stephanie Smith" userId="S::stephansmith@microsoft.com::b0a3bb81-5531-4f93-ac06-3bdcd97eb30d" providerId="AD" clId="Web-{EB12D539-27A2-8DEA-A00B-3DC34698752B}" dt="2026-08-20T11:55:54.400" v="49"/>
      <pc:docMkLst>
        <pc:docMk/>
      </pc:docMkLst>
      <pc:sldChg chg="delSp">
        <pc:chgData name="Stephanie Smith" userId="S::stephansmith@microsoft.com::b0a3bb81-5531-4f93-ac06-3bdcd97eb30d" providerId="AD" clId="Web-{EB12D539-27A2-8DEA-A00B-3DC34698752B}" dt="2026-08-20T11:54:10.245" v="26"/>
        <pc:sldMkLst>
          <pc:docMk/>
          <pc:sldMk cId="1063283471" sldId="2523"/>
        </pc:sldMkLst>
        <pc:spChg chg="del">
          <ac:chgData name="Stephanie Smith" userId="S::stephansmith@microsoft.com::b0a3bb81-5531-4f93-ac06-3bdcd97eb30d" providerId="AD" clId="Web-{EB12D539-27A2-8DEA-A00B-3DC34698752B}" dt="2026-08-20T11:54:10.245" v="26"/>
          <ac:spMkLst>
            <pc:docMk/>
            <pc:sldMk cId="1063283471" sldId="2523"/>
            <ac:spMk id="51" creationId="{2D6E3EA8-3582-4FFC-A17C-1182C277B7E1}"/>
          </ac:spMkLst>
        </pc:spChg>
        <pc:spChg chg="del">
          <ac:chgData name="Stephanie Smith" userId="S::stephansmith@microsoft.com::b0a3bb81-5531-4f93-ac06-3bdcd97eb30d" providerId="AD" clId="Web-{EB12D539-27A2-8DEA-A00B-3DC34698752B}" dt="2026-08-20T11:54:04.182" v="24"/>
          <ac:spMkLst>
            <pc:docMk/>
            <pc:sldMk cId="1063283471" sldId="2523"/>
            <ac:spMk id="53" creationId="{BA8E40C4-FB57-9064-3E12-823202B7D4E2}"/>
          </ac:spMkLst>
        </pc:spChg>
        <pc:cxnChg chg="del">
          <ac:chgData name="Stephanie Smith" userId="S::stephansmith@microsoft.com::b0a3bb81-5531-4f93-ac06-3bdcd97eb30d" providerId="AD" clId="Web-{EB12D539-27A2-8DEA-A00B-3DC34698752B}" dt="2026-08-20T11:54:06.323" v="25"/>
          <ac:cxnSpMkLst>
            <pc:docMk/>
            <pc:sldMk cId="1063283471" sldId="2523"/>
            <ac:cxnSpMk id="52" creationId="{B760D888-88AE-4CDE-640F-9B6846AAD134}"/>
          </ac:cxnSpMkLst>
        </pc:cxnChg>
      </pc:sldChg>
      <pc:sldChg chg="addSp delSp modSp">
        <pc:chgData name="Stephanie Smith" userId="S::stephansmith@microsoft.com::b0a3bb81-5531-4f93-ac06-3bdcd97eb30d" providerId="AD" clId="Web-{EB12D539-27A2-8DEA-A00B-3DC34698752B}" dt="2026-08-20T11:55:10.322" v="42" actId="14100"/>
        <pc:sldMkLst>
          <pc:docMk/>
          <pc:sldMk cId="52244765" sldId="2524"/>
        </pc:sldMkLst>
        <pc:spChg chg="mod">
          <ac:chgData name="Stephanie Smith" userId="S::stephansmith@microsoft.com::b0a3bb81-5531-4f93-ac06-3bdcd97eb30d" providerId="AD" clId="Web-{EB12D539-27A2-8DEA-A00B-3DC34698752B}" dt="2026-08-20T11:52:09.105" v="18" actId="1076"/>
          <ac:spMkLst>
            <pc:docMk/>
            <pc:sldMk cId="52244765" sldId="2524"/>
            <ac:spMk id="8" creationId="{2296E6EF-1687-4456-15AC-924643E5D731}"/>
          </ac:spMkLst>
        </pc:spChg>
        <pc:spChg chg="add mod">
          <ac:chgData name="Stephanie Smith" userId="S::stephansmith@microsoft.com::b0a3bb81-5531-4f93-ac06-3bdcd97eb30d" providerId="AD" clId="Web-{EB12D539-27A2-8DEA-A00B-3DC34698752B}" dt="2026-08-20T11:50:43.981" v="3"/>
          <ac:spMkLst>
            <pc:docMk/>
            <pc:sldMk cId="52244765" sldId="2524"/>
            <ac:spMk id="21" creationId="{4305E4B2-F406-CD53-C051-AF1C92815BBF}"/>
          </ac:spMkLst>
        </pc:spChg>
        <pc:spChg chg="add mod">
          <ac:chgData name="Stephanie Smith" userId="S::stephansmith@microsoft.com::b0a3bb81-5531-4f93-ac06-3bdcd97eb30d" providerId="AD" clId="Web-{EB12D539-27A2-8DEA-A00B-3DC34698752B}" dt="2026-08-20T11:54:36.916" v="32"/>
          <ac:spMkLst>
            <pc:docMk/>
            <pc:sldMk cId="52244765" sldId="2524"/>
            <ac:spMk id="23" creationId="{5B26FB74-1DC8-23CF-2A64-C739CECB83E0}"/>
          </ac:spMkLst>
        </pc:spChg>
        <pc:spChg chg="del">
          <ac:chgData name="Stephanie Smith" userId="S::stephansmith@microsoft.com::b0a3bb81-5531-4f93-ac06-3bdcd97eb30d" providerId="AD" clId="Web-{EB12D539-27A2-8DEA-A00B-3DC34698752B}" dt="2026-08-20T11:51:41.418" v="12"/>
          <ac:spMkLst>
            <pc:docMk/>
            <pc:sldMk cId="52244765" sldId="2524"/>
            <ac:spMk id="55" creationId="{9526090D-4DDD-D1F4-D49F-3DBF62109744}"/>
          </ac:spMkLst>
        </pc:spChg>
        <pc:spChg chg="del mod">
          <ac:chgData name="Stephanie Smith" userId="S::stephansmith@microsoft.com::b0a3bb81-5531-4f93-ac06-3bdcd97eb30d" providerId="AD" clId="Web-{EB12D539-27A2-8DEA-A00B-3DC34698752B}" dt="2026-08-20T11:51:51.637" v="16"/>
          <ac:spMkLst>
            <pc:docMk/>
            <pc:sldMk cId="52244765" sldId="2524"/>
            <ac:spMk id="57" creationId="{EDE7FEC2-E6E7-6CC5-D111-F2EA92484F57}"/>
          </ac:spMkLst>
        </pc:spChg>
        <pc:spChg chg="del">
          <ac:chgData name="Stephanie Smith" userId="S::stephansmith@microsoft.com::b0a3bb81-5531-4f93-ac06-3bdcd97eb30d" providerId="AD" clId="Web-{EB12D539-27A2-8DEA-A00B-3DC34698752B}" dt="2026-08-20T11:51:33.215" v="8"/>
          <ac:spMkLst>
            <pc:docMk/>
            <pc:sldMk cId="52244765" sldId="2524"/>
            <ac:spMk id="60" creationId="{22A4EE8B-F716-DAA4-E079-A2AFFC4C18BE}"/>
          </ac:spMkLst>
        </pc:spChg>
        <pc:spChg chg="del">
          <ac:chgData name="Stephanie Smith" userId="S::stephansmith@microsoft.com::b0a3bb81-5531-4f93-ac06-3bdcd97eb30d" providerId="AD" clId="Web-{EB12D539-27A2-8DEA-A00B-3DC34698752B}" dt="2026-08-20T11:51:34.059" v="9"/>
          <ac:spMkLst>
            <pc:docMk/>
            <pc:sldMk cId="52244765" sldId="2524"/>
            <ac:spMk id="63" creationId="{CFCA257E-F902-9D46-D9D2-00C03824E114}"/>
          </ac:spMkLst>
        </pc:spChg>
        <pc:spChg chg="del">
          <ac:chgData name="Stephanie Smith" userId="S::stephansmith@microsoft.com::b0a3bb81-5531-4f93-ac06-3bdcd97eb30d" providerId="AD" clId="Web-{EB12D539-27A2-8DEA-A00B-3DC34698752B}" dt="2026-08-20T11:51:46.309" v="14"/>
          <ac:spMkLst>
            <pc:docMk/>
            <pc:sldMk cId="52244765" sldId="2524"/>
            <ac:spMk id="66" creationId="{95075806-0D3C-1633-373E-D84E53AB5069}"/>
          </ac:spMkLst>
        </pc:spChg>
        <pc:picChg chg="del">
          <ac:chgData name="Stephanie Smith" userId="S::stephansmith@microsoft.com::b0a3bb81-5531-4f93-ac06-3bdcd97eb30d" providerId="AD" clId="Web-{EB12D539-27A2-8DEA-A00B-3DC34698752B}" dt="2026-08-20T11:51:05.356" v="4"/>
          <ac:picMkLst>
            <pc:docMk/>
            <pc:sldMk cId="52244765" sldId="2524"/>
            <ac:picMk id="15" creationId="{EDB07356-DAF2-918E-2746-10124285BFA5}"/>
          </ac:picMkLst>
        </pc:picChg>
        <pc:picChg chg="add del mod modCrop">
          <ac:chgData name="Stephanie Smith" userId="S::stephansmith@microsoft.com::b0a3bb81-5531-4f93-ac06-3bdcd97eb30d" providerId="AD" clId="Web-{EB12D539-27A2-8DEA-A00B-3DC34698752B}" dt="2026-08-20T11:54:46.072" v="33"/>
          <ac:picMkLst>
            <pc:docMk/>
            <pc:sldMk cId="52244765" sldId="2524"/>
            <ac:picMk id="22" creationId="{CDFB478B-E6B6-95C9-9813-25557F1A5830}"/>
          </ac:picMkLst>
        </pc:picChg>
        <pc:picChg chg="add mod">
          <ac:chgData name="Stephanie Smith" userId="S::stephansmith@microsoft.com::b0a3bb81-5531-4f93-ac06-3bdcd97eb30d" providerId="AD" clId="Web-{EB12D539-27A2-8DEA-A00B-3DC34698752B}" dt="2026-08-20T11:55:10.322" v="42" actId="14100"/>
          <ac:picMkLst>
            <pc:docMk/>
            <pc:sldMk cId="52244765" sldId="2524"/>
            <ac:picMk id="24" creationId="{6048456C-A24F-6FFF-2D1A-E0B1FA93E2B6}"/>
          </ac:picMkLst>
        </pc:picChg>
        <pc:cxnChg chg="del">
          <ac:chgData name="Stephanie Smith" userId="S::stephansmith@microsoft.com::b0a3bb81-5531-4f93-ac06-3bdcd97eb30d" providerId="AD" clId="Web-{EB12D539-27A2-8DEA-A00B-3DC34698752B}" dt="2026-08-20T11:52:15.371" v="19"/>
          <ac:cxnSpMkLst>
            <pc:docMk/>
            <pc:sldMk cId="52244765" sldId="2524"/>
            <ac:cxnSpMk id="56" creationId="{2CEC6FB3-E9F6-B854-008A-8374D8847056}"/>
          </ac:cxnSpMkLst>
        </pc:cxnChg>
        <pc:cxnChg chg="del">
          <ac:chgData name="Stephanie Smith" userId="S::stephansmith@microsoft.com::b0a3bb81-5531-4f93-ac06-3bdcd97eb30d" providerId="AD" clId="Web-{EB12D539-27A2-8DEA-A00B-3DC34698752B}" dt="2026-08-20T11:51:34.980" v="10"/>
          <ac:cxnSpMkLst>
            <pc:docMk/>
            <pc:sldMk cId="52244765" sldId="2524"/>
            <ac:cxnSpMk id="59" creationId="{09E43E62-CAC8-B938-BBFC-08D06AC8B6C3}"/>
          </ac:cxnSpMkLst>
        </pc:cxnChg>
        <pc:cxnChg chg="del">
          <ac:chgData name="Stephanie Smith" userId="S::stephansmith@microsoft.com::b0a3bb81-5531-4f93-ac06-3bdcd97eb30d" providerId="AD" clId="Web-{EB12D539-27A2-8DEA-A00B-3DC34698752B}" dt="2026-08-20T11:51:36.184" v="11"/>
          <ac:cxnSpMkLst>
            <pc:docMk/>
            <pc:sldMk cId="52244765" sldId="2524"/>
            <ac:cxnSpMk id="62" creationId="{57820DB9-18E0-8BE9-C83B-87FAC0371A0A}"/>
          </ac:cxnSpMkLst>
        </pc:cxnChg>
        <pc:cxnChg chg="del">
          <ac:chgData name="Stephanie Smith" userId="S::stephansmith@microsoft.com::b0a3bb81-5531-4f93-ac06-3bdcd97eb30d" providerId="AD" clId="Web-{EB12D539-27A2-8DEA-A00B-3DC34698752B}" dt="2026-08-20T11:51:48.715" v="15"/>
          <ac:cxnSpMkLst>
            <pc:docMk/>
            <pc:sldMk cId="52244765" sldId="2524"/>
            <ac:cxnSpMk id="65" creationId="{12E0BC16-1D8F-EF47-6680-F7DE8F0A3054}"/>
          </ac:cxnSpMkLst>
        </pc:cxnChg>
      </pc:sldChg>
      <pc:sldChg chg="delSp">
        <pc:chgData name="Stephanie Smith" userId="S::stephansmith@microsoft.com::b0a3bb81-5531-4f93-ac06-3bdcd97eb30d" providerId="AD" clId="Web-{EB12D539-27A2-8DEA-A00B-3DC34698752B}" dt="2026-08-20T11:55:21.572" v="45"/>
        <pc:sldMkLst>
          <pc:docMk/>
          <pc:sldMk cId="2172483309" sldId="2525"/>
        </pc:sldMkLst>
        <pc:spChg chg="del">
          <ac:chgData name="Stephanie Smith" userId="S::stephansmith@microsoft.com::b0a3bb81-5531-4f93-ac06-3bdcd97eb30d" providerId="AD" clId="Web-{EB12D539-27A2-8DEA-A00B-3DC34698752B}" dt="2026-08-20T11:55:19.775" v="44"/>
          <ac:spMkLst>
            <pc:docMk/>
            <pc:sldMk cId="2172483309" sldId="2525"/>
            <ac:spMk id="64" creationId="{A9D45E5D-0EA3-E3E6-D3DB-6D3E8FBCCBC2}"/>
          </ac:spMkLst>
        </pc:spChg>
        <pc:spChg chg="del">
          <ac:chgData name="Stephanie Smith" userId="S::stephansmith@microsoft.com::b0a3bb81-5531-4f93-ac06-3bdcd97eb30d" providerId="AD" clId="Web-{EB12D539-27A2-8DEA-A00B-3DC34698752B}" dt="2026-08-20T11:55:18.041" v="43"/>
          <ac:spMkLst>
            <pc:docMk/>
            <pc:sldMk cId="2172483309" sldId="2525"/>
            <ac:spMk id="66" creationId="{9B10224F-20A8-4B59-AEA0-59870661B553}"/>
          </ac:spMkLst>
        </pc:spChg>
        <pc:cxnChg chg="del">
          <ac:chgData name="Stephanie Smith" userId="S::stephansmith@microsoft.com::b0a3bb81-5531-4f93-ac06-3bdcd97eb30d" providerId="AD" clId="Web-{EB12D539-27A2-8DEA-A00B-3DC34698752B}" dt="2026-08-20T11:55:21.572" v="45"/>
          <ac:cxnSpMkLst>
            <pc:docMk/>
            <pc:sldMk cId="2172483309" sldId="2525"/>
            <ac:cxnSpMk id="65" creationId="{2AAA7FF3-5856-F206-76EE-C986BE3F7778}"/>
          </ac:cxnSpMkLst>
        </pc:cxnChg>
      </pc:sldChg>
      <pc:sldChg chg="delSp modSp">
        <pc:chgData name="Stephanie Smith" userId="S::stephansmith@microsoft.com::b0a3bb81-5531-4f93-ac06-3bdcd97eb30d" providerId="AD" clId="Web-{EB12D539-27A2-8DEA-A00B-3DC34698752B}" dt="2026-08-20T11:55:54.400" v="49"/>
        <pc:sldMkLst>
          <pc:docMk/>
          <pc:sldMk cId="2824453868" sldId="2526"/>
        </pc:sldMkLst>
        <pc:spChg chg="del">
          <ac:chgData name="Stephanie Smith" userId="S::stephansmith@microsoft.com::b0a3bb81-5531-4f93-ac06-3bdcd97eb30d" providerId="AD" clId="Web-{EB12D539-27A2-8DEA-A00B-3DC34698752B}" dt="2026-08-20T11:55:54.400" v="49"/>
          <ac:spMkLst>
            <pc:docMk/>
            <pc:sldMk cId="2824453868" sldId="2526"/>
            <ac:spMk id="64" creationId="{DA335360-0C97-9C57-A2F2-9F6C403CEAF5}"/>
          </ac:spMkLst>
        </pc:spChg>
        <pc:spChg chg="del mod">
          <ac:chgData name="Stephanie Smith" userId="S::stephansmith@microsoft.com::b0a3bb81-5531-4f93-ac06-3bdcd97eb30d" providerId="AD" clId="Web-{EB12D539-27A2-8DEA-A00B-3DC34698752B}" dt="2026-08-20T11:55:49.791" v="47"/>
          <ac:spMkLst>
            <pc:docMk/>
            <pc:sldMk cId="2824453868" sldId="2526"/>
            <ac:spMk id="66" creationId="{27DEA505-D84A-E2B3-307A-83881CA65EE7}"/>
          </ac:spMkLst>
        </pc:spChg>
        <pc:cxnChg chg="del">
          <ac:chgData name="Stephanie Smith" userId="S::stephansmith@microsoft.com::b0a3bb81-5531-4f93-ac06-3bdcd97eb30d" providerId="AD" clId="Web-{EB12D539-27A2-8DEA-A00B-3DC34698752B}" dt="2026-08-20T11:55:52.259" v="48"/>
          <ac:cxnSpMkLst>
            <pc:docMk/>
            <pc:sldMk cId="2824453868" sldId="2526"/>
            <ac:cxnSpMk id="65" creationId="{C5D22476-8445-9114-B2B6-D3B07057FBCD}"/>
          </ac:cxnSpMkLst>
        </pc:cxnChg>
      </pc:sldChg>
    </pc:docChg>
  </pc:docChgLst>
  <pc:docChgLst>
    <pc:chgData name="Stephanie Smith" userId="S::stephansmith@microsoft.com::b0a3bb81-5531-4f93-ac06-3bdcd97eb30d" providerId="AD" clId="Web-{ADC734B2-E4C4-532F-9FE9-FBE2553C86B2}"/>
    <pc:docChg chg="addSld modSld">
      <pc:chgData name="Stephanie Smith" userId="S::stephansmith@microsoft.com::b0a3bb81-5531-4f93-ac06-3bdcd97eb30d" providerId="AD" clId="Web-{ADC734B2-E4C4-532F-9FE9-FBE2553C86B2}" dt="2026-08-18T13:15:36.837" v="434" actId="20577"/>
      <pc:docMkLst>
        <pc:docMk/>
      </pc:docMkLst>
      <pc:sldChg chg="addSp modSp">
        <pc:chgData name="Stephanie Smith" userId="S::stephansmith@microsoft.com::b0a3bb81-5531-4f93-ac06-3bdcd97eb30d" providerId="AD" clId="Web-{ADC734B2-E4C4-532F-9FE9-FBE2553C86B2}" dt="2026-08-18T12:47:50.626" v="223" actId="20577"/>
        <pc:sldMkLst>
          <pc:docMk/>
          <pc:sldMk cId="3006815578" sldId="257"/>
        </pc:sldMkLst>
        <pc:spChg chg="mod">
          <ac:chgData name="Stephanie Smith" userId="S::stephansmith@microsoft.com::b0a3bb81-5531-4f93-ac06-3bdcd97eb30d" providerId="AD" clId="Web-{ADC734B2-E4C4-532F-9FE9-FBE2553C86B2}" dt="2026-08-18T12:47:42.704" v="214" actId="20577"/>
          <ac:spMkLst>
            <pc:docMk/>
            <pc:sldMk cId="3006815578" sldId="257"/>
            <ac:spMk id="12" creationId="{00000000-0000-0000-0000-000000000000}"/>
          </ac:spMkLst>
        </pc:spChg>
        <pc:spChg chg="mod">
          <ac:chgData name="Stephanie Smith" userId="S::stephansmith@microsoft.com::b0a3bb81-5531-4f93-ac06-3bdcd97eb30d" providerId="AD" clId="Web-{ADC734B2-E4C4-532F-9FE9-FBE2553C86B2}" dt="2026-08-18T12:46:26.435" v="184" actId="20577"/>
          <ac:spMkLst>
            <pc:docMk/>
            <pc:sldMk cId="3006815578" sldId="257"/>
            <ac:spMk id="15" creationId="{00000000-0000-0000-0000-000000000000}"/>
          </ac:spMkLst>
        </pc:spChg>
        <pc:spChg chg="mod">
          <ac:chgData name="Stephanie Smith" userId="S::stephansmith@microsoft.com::b0a3bb81-5531-4f93-ac06-3bdcd97eb30d" providerId="AD" clId="Web-{ADC734B2-E4C4-532F-9FE9-FBE2553C86B2}" dt="2026-08-18T12:47:50.626" v="223" actId="20577"/>
          <ac:spMkLst>
            <pc:docMk/>
            <pc:sldMk cId="3006815578" sldId="257"/>
            <ac:spMk id="21" creationId="{00000000-0000-0000-0000-000000000000}"/>
          </ac:spMkLst>
        </pc:spChg>
        <pc:spChg chg="mod">
          <ac:chgData name="Stephanie Smith" userId="S::stephansmith@microsoft.com::b0a3bb81-5531-4f93-ac06-3bdcd97eb30d" providerId="AD" clId="Web-{ADC734B2-E4C4-532F-9FE9-FBE2553C86B2}" dt="2026-08-18T12:46:12.200" v="173" actId="20577"/>
          <ac:spMkLst>
            <pc:docMk/>
            <pc:sldMk cId="3006815578" sldId="257"/>
            <ac:spMk id="24" creationId="{00000000-0000-0000-0000-000000000000}"/>
          </ac:spMkLst>
        </pc:spChg>
      </pc:sldChg>
      <pc:sldChg chg="modNotes">
        <pc:chgData name="Stephanie Smith" userId="S::stephansmith@microsoft.com::b0a3bb81-5531-4f93-ac06-3bdcd97eb30d" providerId="AD" clId="Web-{ADC734B2-E4C4-532F-9FE9-FBE2553C86B2}" dt="2026-08-18T12:10:16.859" v="66"/>
        <pc:sldMkLst>
          <pc:docMk/>
          <pc:sldMk cId="3247270599" sldId="1477"/>
        </pc:sldMkLst>
      </pc:sldChg>
      <pc:sldChg chg="modNotes">
        <pc:chgData name="Stephanie Smith" userId="S::stephansmith@microsoft.com::b0a3bb81-5531-4f93-ac06-3bdcd97eb30d" providerId="AD" clId="Web-{ADC734B2-E4C4-532F-9FE9-FBE2553C86B2}" dt="2026-08-18T12:10:29.078" v="68"/>
        <pc:sldMkLst>
          <pc:docMk/>
          <pc:sldMk cId="614185236" sldId="2517"/>
        </pc:sldMkLst>
      </pc:sldChg>
    </pc:docChg>
  </pc:docChgLst>
  <pc:docChgLst>
    <pc:chgData name="Jennifer Stoll" userId="S::jstoll@microsoft.com::34033918-e8c4-466a-b474-fa136e0430b4" providerId="AD" clId="Web-{DA1535A0-9309-D48B-79D1-BB5484021192}"/>
    <pc:docChg chg="modSld">
      <pc:chgData name="Jennifer Stoll" userId="S::jstoll@microsoft.com::34033918-e8c4-466a-b474-fa136e0430b4" providerId="AD" clId="Web-{DA1535A0-9309-D48B-79D1-BB5484021192}" dt="2026-08-13T22:06:55.843" v="627" actId="20577"/>
      <pc:docMkLst>
        <pc:docMk/>
      </pc:docMkLst>
      <pc:sldChg chg="modSp">
        <pc:chgData name="Jennifer Stoll" userId="S::jstoll@microsoft.com::34033918-e8c4-466a-b474-fa136e0430b4" providerId="AD" clId="Web-{DA1535A0-9309-D48B-79D1-BB5484021192}" dt="2026-08-13T21:51:17.728" v="4" actId="20577"/>
        <pc:sldMkLst>
          <pc:docMk/>
          <pc:sldMk cId="2475755520" sldId="256"/>
        </pc:sldMkLst>
        <pc:spChg chg="mod">
          <ac:chgData name="Jennifer Stoll" userId="S::jstoll@microsoft.com::34033918-e8c4-466a-b474-fa136e0430b4" providerId="AD" clId="Web-{DA1535A0-9309-D48B-79D1-BB5484021192}" dt="2026-08-13T21:51:17.728" v="4" actId="20577"/>
          <ac:spMkLst>
            <pc:docMk/>
            <pc:sldMk cId="2475755520" sldId="256"/>
            <ac:spMk id="5" creationId="{00000000-0000-0000-0000-000000000000}"/>
          </ac:spMkLst>
        </pc:spChg>
      </pc:sldChg>
      <pc:sldChg chg="addSp delSp modSp">
        <pc:chgData name="Jennifer Stoll" userId="S::jstoll@microsoft.com::34033918-e8c4-466a-b474-fa136e0430b4" providerId="AD" clId="Web-{DA1535A0-9309-D48B-79D1-BB5484021192}" dt="2026-08-13T21:54:40.589" v="78"/>
        <pc:sldMkLst>
          <pc:docMk/>
          <pc:sldMk cId="3006815578" sldId="257"/>
        </pc:sldMkLst>
      </pc:sldChg>
    </pc:docChg>
  </pc:docChgLst>
  <pc:docChgLst>
    <pc:chgData name="Jennifer Stoll" userId="S::jstoll@microsoft.com::34033918-e8c4-466a-b474-fa136e0430b4" providerId="AD" clId="Web-{00000000-0000-0000-0000-000000000000}"/>
    <pc:docChg chg="modSld">
      <pc:chgData name="Jennifer Stoll" userId="S::jstoll@microsoft.com::34033918-e8c4-466a-b474-fa136e0430b4" providerId="AD" clId="Web-{00000000-0000-0000-0000-000000000000}" dt="2026-08-18T22:47:01.422" v="10"/>
      <pc:docMkLst>
        <pc:docMk/>
      </pc:docMkLst>
      <pc:sldChg chg="delSp modSp">
        <pc:chgData name="Jennifer Stoll" userId="S::jstoll@microsoft.com::34033918-e8c4-466a-b474-fa136e0430b4" providerId="AD" clId="Web-{00000000-0000-0000-0000-000000000000}" dt="2026-08-18T22:44:44.901" v="7"/>
        <pc:sldMkLst>
          <pc:docMk/>
          <pc:sldMk cId="2475755520" sldId="256"/>
        </pc:sldMkLst>
        <pc:spChg chg="mod">
          <ac:chgData name="Jennifer Stoll" userId="S::jstoll@microsoft.com::34033918-e8c4-466a-b474-fa136e0430b4" providerId="AD" clId="Web-{00000000-0000-0000-0000-000000000000}" dt="2026-08-18T22:44:39.323" v="6" actId="1076"/>
          <ac:spMkLst>
            <pc:docMk/>
            <pc:sldMk cId="2475755520" sldId="256"/>
            <ac:spMk id="6" creationId="{00000000-0000-0000-0000-000000000000}"/>
          </ac:spMkLst>
        </pc:spChg>
      </pc:sldChg>
      <pc:sldChg chg="delSp">
        <pc:chgData name="Jennifer Stoll" userId="S::jstoll@microsoft.com::34033918-e8c4-466a-b474-fa136e0430b4" providerId="AD" clId="Web-{00000000-0000-0000-0000-000000000000}" dt="2026-08-18T22:47:01.422" v="10"/>
        <pc:sldMkLst>
          <pc:docMk/>
          <pc:sldMk cId="2313983600" sldId="2527"/>
        </pc:sldMkLst>
      </pc:sldChg>
    </pc:docChg>
  </pc:docChgLst>
  <pc:docChgLst>
    <pc:chgData name="Stephanie Smith" userId="b0a3bb81-5531-4f93-ac06-3bdcd97eb30d" providerId="ADAL" clId="{46474451-6D9E-4DCF-8BAB-6EFDD388CC54}"/>
    <pc:docChg chg="undo custSel addSld delSld modSld sldOrd">
      <pc:chgData name="Stephanie Smith" userId="b0a3bb81-5531-4f93-ac06-3bdcd97eb30d" providerId="ADAL" clId="{46474451-6D9E-4DCF-8BAB-6EFDD388CC54}" dt="2026-08-20T14:23:39.332" v="5703" actId="47"/>
      <pc:docMkLst>
        <pc:docMk/>
      </pc:docMkLst>
      <pc:sldChg chg="ord">
        <pc:chgData name="Stephanie Smith" userId="b0a3bb81-5531-4f93-ac06-3bdcd97eb30d" providerId="ADAL" clId="{46474451-6D9E-4DCF-8BAB-6EFDD388CC54}" dt="2026-08-14T14:59:28.190" v="793"/>
        <pc:sldMkLst>
          <pc:docMk/>
          <pc:sldMk cId="2475755520" sldId="256"/>
        </pc:sldMkLst>
      </pc:sldChg>
      <pc:sldChg chg="delSp modSp mod ord modNotes modNotesTx">
        <pc:chgData name="Stephanie Smith" userId="b0a3bb81-5531-4f93-ac06-3bdcd97eb30d" providerId="ADAL" clId="{46474451-6D9E-4DCF-8BAB-6EFDD388CC54}" dt="2026-08-18T22:31:19.922" v="4545" actId="478"/>
        <pc:sldMkLst>
          <pc:docMk/>
          <pc:sldMk cId="3006815578" sldId="257"/>
        </pc:sldMkLst>
        <pc:spChg chg="mod">
          <ac:chgData name="Stephanie Smith" userId="b0a3bb81-5531-4f93-ac06-3bdcd97eb30d" providerId="ADAL" clId="{46474451-6D9E-4DCF-8BAB-6EFDD388CC54}" dt="2026-08-14T15:37:31.613" v="2587" actId="947"/>
          <ac:spMkLst>
            <pc:docMk/>
            <pc:sldMk cId="3006815578" sldId="257"/>
            <ac:spMk id="12" creationId="{00000000-0000-0000-0000-000000000000}"/>
          </ac:spMkLst>
        </pc:spChg>
      </pc:sldChg>
      <pc:sldChg chg="del mod ord modShow modNotesTx">
        <pc:chgData name="Stephanie Smith" userId="b0a3bb81-5531-4f93-ac06-3bdcd97eb30d" providerId="ADAL" clId="{46474451-6D9E-4DCF-8BAB-6EFDD388CC54}" dt="2026-08-20T14:23:23.126" v="5702" actId="47"/>
        <pc:sldMkLst>
          <pc:docMk/>
          <pc:sldMk cId="1934176886" sldId="659"/>
        </pc:sldMkLst>
      </pc:sldChg>
      <pc:sldChg chg="modSp mod ord modNotes modNotesTx">
        <pc:chgData name="Stephanie Smith" userId="b0a3bb81-5531-4f93-ac06-3bdcd97eb30d" providerId="ADAL" clId="{46474451-6D9E-4DCF-8BAB-6EFDD388CC54}" dt="2026-08-14T15:37:26.573" v="2584" actId="20577"/>
        <pc:sldMkLst>
          <pc:docMk/>
          <pc:sldMk cId="3247270599" sldId="1477"/>
        </pc:sldMkLst>
        <pc:spChg chg="mod">
          <ac:chgData name="Stephanie Smith" userId="b0a3bb81-5531-4f93-ac06-3bdcd97eb30d" providerId="ADAL" clId="{46474451-6D9E-4DCF-8BAB-6EFDD388CC54}" dt="2026-08-14T15:37:26.525" v="2583" actId="947"/>
          <ac:spMkLst>
            <pc:docMk/>
            <pc:sldMk cId="3247270599" sldId="1477"/>
            <ac:spMk id="325" creationId="{00000000-0000-0000-0000-000000000000}"/>
          </ac:spMkLst>
        </pc:spChg>
      </pc:sldChg>
      <pc:sldChg chg="modSp mod ord modNotes modNotesTx">
        <pc:chgData name="Stephanie Smith" userId="b0a3bb81-5531-4f93-ac06-3bdcd97eb30d" providerId="ADAL" clId="{46474451-6D9E-4DCF-8BAB-6EFDD388CC54}" dt="2026-08-14T15:37:47.390" v="2769" actId="947"/>
        <pc:sldMkLst>
          <pc:docMk/>
          <pc:sldMk cId="2810077879" sldId="1684"/>
        </pc:sldMkLst>
        <pc:spChg chg="mod">
          <ac:chgData name="Stephanie Smith" userId="b0a3bb81-5531-4f93-ac06-3bdcd97eb30d" providerId="ADAL" clId="{46474451-6D9E-4DCF-8BAB-6EFDD388CC54}" dt="2026-08-14T15:37:47.390" v="2769" actId="947"/>
          <ac:spMkLst>
            <pc:docMk/>
            <pc:sldMk cId="2810077879" sldId="1684"/>
            <ac:spMk id="20" creationId="{E40881A3-1788-4FE7-6128-44BA8866F21C}"/>
          </ac:spMkLst>
        </pc:spChg>
      </pc:sldChg>
      <pc:sldChg chg="modSp mod ord modNotes modNotesTx">
        <pc:chgData name="Stephanie Smith" userId="b0a3bb81-5531-4f93-ac06-3bdcd97eb30d" providerId="ADAL" clId="{46474451-6D9E-4DCF-8BAB-6EFDD388CC54}" dt="2026-08-14T15:37:49.573" v="2771" actId="947"/>
        <pc:sldMkLst>
          <pc:docMk/>
          <pc:sldMk cId="2378878226" sldId="2101"/>
        </pc:sldMkLst>
        <pc:spChg chg="mod">
          <ac:chgData name="Stephanie Smith" userId="b0a3bb81-5531-4f93-ac06-3bdcd97eb30d" providerId="ADAL" clId="{46474451-6D9E-4DCF-8BAB-6EFDD388CC54}" dt="2026-08-14T15:37:49.573" v="2771" actId="947"/>
          <ac:spMkLst>
            <pc:docMk/>
            <pc:sldMk cId="2378878226" sldId="2101"/>
            <ac:spMk id="20" creationId="{4253EEB7-6068-FA9B-E375-3FDFD263A31C}"/>
          </ac:spMkLst>
        </pc:spChg>
      </pc:sldChg>
      <pc:sldChg chg="modSp del mod ord modShow modNotesTx">
        <pc:chgData name="Stephanie Smith" userId="b0a3bb81-5531-4f93-ac06-3bdcd97eb30d" providerId="ADAL" clId="{46474451-6D9E-4DCF-8BAB-6EFDD388CC54}" dt="2026-08-20T14:23:20.276" v="5701" actId="47"/>
        <pc:sldMkLst>
          <pc:docMk/>
          <pc:sldMk cId="1478846118" sldId="2513"/>
        </pc:sldMkLst>
      </pc:sldChg>
      <pc:sldChg chg="ord modNotes modNotesTx">
        <pc:chgData name="Stephanie Smith" userId="b0a3bb81-5531-4f93-ac06-3bdcd97eb30d" providerId="ADAL" clId="{46474451-6D9E-4DCF-8BAB-6EFDD388CC54}" dt="2026-08-14T15:37:51.707" v="2772" actId="20577"/>
        <pc:sldMkLst>
          <pc:docMk/>
          <pc:sldMk cId="1959217967" sldId="2514"/>
        </pc:sldMkLst>
      </pc:sldChg>
      <pc:sldChg chg="addSp modSp add mod ord modNotes">
        <pc:chgData name="Stephanie Smith" userId="b0a3bb81-5531-4f93-ac06-3bdcd97eb30d" providerId="ADAL" clId="{46474451-6D9E-4DCF-8BAB-6EFDD388CC54}" dt="2026-08-14T14:59:28.201" v="798"/>
        <pc:sldMkLst>
          <pc:docMk/>
          <pc:sldMk cId="614185236" sldId="2517"/>
        </pc:sldMkLst>
        <pc:spChg chg="mod">
          <ac:chgData name="Stephanie Smith" userId="b0a3bb81-5531-4f93-ac06-3bdcd97eb30d" providerId="ADAL" clId="{46474451-6D9E-4DCF-8BAB-6EFDD388CC54}" dt="2026-08-14T14:59:26.425" v="729"/>
          <ac:spMkLst>
            <pc:docMk/>
            <pc:sldMk cId="614185236" sldId="2517"/>
            <ac:spMk id="10" creationId="{72B0C2AC-B967-472E-9A76-488C7CE1C31E}"/>
          </ac:spMkLst>
        </pc:spChg>
      </pc:sldChg>
      <pc:sldChg chg="addSp modSp add mod ord modNotes">
        <pc:chgData name="Stephanie Smith" userId="b0a3bb81-5531-4f93-ac06-3bdcd97eb30d" providerId="ADAL" clId="{46474451-6D9E-4DCF-8BAB-6EFDD388CC54}" dt="2026-08-14T14:59:28.222" v="809"/>
        <pc:sldMkLst>
          <pc:docMk/>
          <pc:sldMk cId="2398021420" sldId="2518"/>
        </pc:sldMkLst>
        <pc:spChg chg="mod">
          <ac:chgData name="Stephanie Smith" userId="b0a3bb81-5531-4f93-ac06-3bdcd97eb30d" providerId="ADAL" clId="{46474451-6D9E-4DCF-8BAB-6EFDD388CC54}" dt="2026-08-14T14:59:26.685" v="753"/>
          <ac:spMkLst>
            <pc:docMk/>
            <pc:sldMk cId="2398021420" sldId="2518"/>
            <ac:spMk id="10" creationId="{72B0C2AC-B967-472E-9A76-488C7CE1C31E}"/>
          </ac:spMkLst>
        </pc:spChg>
      </pc:sldChg>
      <pc:sldChg chg="del mod modShow">
        <pc:chgData name="Stephanie Smith" userId="b0a3bb81-5531-4f93-ac06-3bdcd97eb30d" providerId="ADAL" clId="{46474451-6D9E-4DCF-8BAB-6EFDD388CC54}" dt="2026-08-20T14:23:39.332" v="5703" actId="47"/>
        <pc:sldMkLst>
          <pc:docMk/>
          <pc:sldMk cId="4093263111" sldId="2522"/>
        </pc:sldMkLst>
      </pc:sldChg>
      <pc:sldChg chg="addSp delSp modSp add mod modNotes">
        <pc:chgData name="Stephanie Smith" userId="b0a3bb81-5531-4f93-ac06-3bdcd97eb30d" providerId="ADAL" clId="{46474451-6D9E-4DCF-8BAB-6EFDD388CC54}" dt="2026-08-19T15:29:02.508" v="5325" actId="1076"/>
        <pc:sldMkLst>
          <pc:docMk/>
          <pc:sldMk cId="1063283471" sldId="2523"/>
        </pc:sldMkLst>
        <pc:spChg chg="mod">
          <ac:chgData name="Stephanie Smith" userId="b0a3bb81-5531-4f93-ac06-3bdcd97eb30d" providerId="ADAL" clId="{46474451-6D9E-4DCF-8BAB-6EFDD388CC54}" dt="2026-08-19T14:11:59.342" v="4554" actId="208"/>
          <ac:spMkLst>
            <pc:docMk/>
            <pc:sldMk cId="1063283471" sldId="2523"/>
            <ac:spMk id="11" creationId="{FF4D1C41-A9AC-3B8C-8D72-50046661C454}"/>
          </ac:spMkLst>
        </pc:spChg>
        <pc:spChg chg="mod">
          <ac:chgData name="Stephanie Smith" userId="b0a3bb81-5531-4f93-ac06-3bdcd97eb30d" providerId="ADAL" clId="{46474451-6D9E-4DCF-8BAB-6EFDD388CC54}" dt="2026-08-19T14:11:59.436" v="4562"/>
          <ac:spMkLst>
            <pc:docMk/>
            <pc:sldMk cId="1063283471" sldId="2523"/>
            <ac:spMk id="12" creationId="{5ECD553E-EB37-917F-D8AE-379F1BFA6AA0}"/>
          </ac:spMkLst>
        </pc:spChg>
        <pc:spChg chg="mod">
          <ac:chgData name="Stephanie Smith" userId="b0a3bb81-5531-4f93-ac06-3bdcd97eb30d" providerId="ADAL" clId="{46474451-6D9E-4DCF-8BAB-6EFDD388CC54}" dt="2026-08-19T14:12:01.568" v="4625"/>
          <ac:spMkLst>
            <pc:docMk/>
            <pc:sldMk cId="1063283471" sldId="2523"/>
            <ac:spMk id="15" creationId="{06D95C7C-706A-9A5E-8B80-0DD2901FC790}"/>
          </ac:spMkLst>
        </pc:spChg>
        <pc:spChg chg="mod">
          <ac:chgData name="Stephanie Smith" userId="b0a3bb81-5531-4f93-ac06-3bdcd97eb30d" providerId="ADAL" clId="{46474451-6D9E-4DCF-8BAB-6EFDD388CC54}" dt="2026-08-19T14:35:05.693" v="5054" actId="948"/>
          <ac:spMkLst>
            <pc:docMk/>
            <pc:sldMk cId="1063283471" sldId="2523"/>
            <ac:spMk id="17" creationId="{3F5D247F-35A8-8FEF-14BE-01CC5000ACD8}"/>
          </ac:spMkLst>
        </pc:spChg>
        <pc:spChg chg="mod">
          <ac:chgData name="Stephanie Smith" userId="b0a3bb81-5531-4f93-ac06-3bdcd97eb30d" providerId="ADAL" clId="{46474451-6D9E-4DCF-8BAB-6EFDD388CC54}" dt="2026-08-19T14:35:05.874" v="5059" actId="948"/>
          <ac:spMkLst>
            <pc:docMk/>
            <pc:sldMk cId="1063283471" sldId="2523"/>
            <ac:spMk id="19" creationId="{91AE7BA4-2F04-ECE7-F387-0033B5CB5541}"/>
          </ac:spMkLst>
        </pc:spChg>
        <pc:spChg chg="mod">
          <ac:chgData name="Stephanie Smith" userId="b0a3bb81-5531-4f93-ac06-3bdcd97eb30d" providerId="ADAL" clId="{46474451-6D9E-4DCF-8BAB-6EFDD388CC54}" dt="2026-08-19T14:12:02.123" v="4646" actId="208"/>
          <ac:spMkLst>
            <pc:docMk/>
            <pc:sldMk cId="1063283471" sldId="2523"/>
            <ac:spMk id="21" creationId="{9618EA8D-96BE-4A5B-97C6-BD057F510E23}"/>
          </ac:spMkLst>
        </pc:spChg>
        <pc:spChg chg="mod">
          <ac:chgData name="Stephanie Smith" userId="b0a3bb81-5531-4f93-ac06-3bdcd97eb30d" providerId="ADAL" clId="{46474451-6D9E-4DCF-8BAB-6EFDD388CC54}" dt="2026-08-19T14:12:02.102" v="4645"/>
          <ac:spMkLst>
            <pc:docMk/>
            <pc:sldMk cId="1063283471" sldId="2523"/>
            <ac:spMk id="22" creationId="{76184258-1934-4B66-95CF-DD87016867C1}"/>
          </ac:spMkLst>
        </pc:spChg>
        <pc:spChg chg="mod">
          <ac:chgData name="Stephanie Smith" userId="b0a3bb81-5531-4f93-ac06-3bdcd97eb30d" providerId="ADAL" clId="{46474451-6D9E-4DCF-8BAB-6EFDD388CC54}" dt="2026-08-19T14:11:59.766" v="4574"/>
          <ac:spMkLst>
            <pc:docMk/>
            <pc:sldMk cId="1063283471" sldId="2523"/>
            <ac:spMk id="30" creationId="{AFEE7633-24F4-EEA6-3E00-46F391978CA7}"/>
          </ac:spMkLst>
        </pc:spChg>
        <pc:spChg chg="mod">
          <ac:chgData name="Stephanie Smith" userId="b0a3bb81-5531-4f93-ac06-3bdcd97eb30d" providerId="ADAL" clId="{46474451-6D9E-4DCF-8BAB-6EFDD388CC54}" dt="2026-08-19T14:35:04.675" v="5034" actId="948"/>
          <ac:spMkLst>
            <pc:docMk/>
            <pc:sldMk cId="1063283471" sldId="2523"/>
            <ac:spMk id="31" creationId="{77C485DC-641A-545B-B6E9-C99C159444FE}"/>
          </ac:spMkLst>
        </pc:spChg>
        <pc:spChg chg="mod">
          <ac:chgData name="Stephanie Smith" userId="b0a3bb81-5531-4f93-ac06-3bdcd97eb30d" providerId="ADAL" clId="{46474451-6D9E-4DCF-8BAB-6EFDD388CC54}" dt="2026-08-19T14:35:04.859" v="5039" actId="948"/>
          <ac:spMkLst>
            <pc:docMk/>
            <pc:sldMk cId="1063283471" sldId="2523"/>
            <ac:spMk id="32" creationId="{CF629D64-BEDC-043C-5645-ECCDB08A1D33}"/>
          </ac:spMkLst>
        </pc:spChg>
        <pc:spChg chg="mod">
          <ac:chgData name="Stephanie Smith" userId="b0a3bb81-5531-4f93-ac06-3bdcd97eb30d" providerId="ADAL" clId="{46474451-6D9E-4DCF-8BAB-6EFDD388CC54}" dt="2026-08-19T14:12:00.267" v="4594"/>
          <ac:spMkLst>
            <pc:docMk/>
            <pc:sldMk cId="1063283471" sldId="2523"/>
            <ac:spMk id="33" creationId="{0240CFA0-5CCB-791B-A50D-D62EFC6DE77A}"/>
          </ac:spMkLst>
        </pc:spChg>
        <pc:spChg chg="mod">
          <ac:chgData name="Stephanie Smith" userId="b0a3bb81-5531-4f93-ac06-3bdcd97eb30d" providerId="ADAL" clId="{46474451-6D9E-4DCF-8BAB-6EFDD388CC54}" dt="2026-08-19T14:35:05.010" v="5044" actId="948"/>
          <ac:spMkLst>
            <pc:docMk/>
            <pc:sldMk cId="1063283471" sldId="2523"/>
            <ac:spMk id="34" creationId="{8609FF80-DCEB-DF19-353C-2A3D52ACFFB4}"/>
          </ac:spMkLst>
        </pc:spChg>
        <pc:spChg chg="mod">
          <ac:chgData name="Stephanie Smith" userId="b0a3bb81-5531-4f93-ac06-3bdcd97eb30d" providerId="ADAL" clId="{46474451-6D9E-4DCF-8BAB-6EFDD388CC54}" dt="2026-08-19T14:35:05.168" v="5049" actId="948"/>
          <ac:spMkLst>
            <pc:docMk/>
            <pc:sldMk cId="1063283471" sldId="2523"/>
            <ac:spMk id="35" creationId="{3EE976BD-C59D-7EDF-849C-562CDDD33702}"/>
          </ac:spMkLst>
        </pc:spChg>
        <pc:spChg chg="del">
          <ac:chgData name="Stephanie Smith" userId="b0a3bb81-5531-4f93-ac06-3bdcd97eb30d" providerId="ADAL" clId="{46474451-6D9E-4DCF-8BAB-6EFDD388CC54}" dt="2026-08-19T14:12:00.593" v="4611"/>
          <ac:spMkLst>
            <pc:docMk/>
            <pc:sldMk cId="1063283471" sldId="2523"/>
            <ac:spMk id="36" creationId="{533D9674-1B13-AFBB-4F49-6867A8044C0C}"/>
          </ac:spMkLst>
        </pc:spChg>
        <pc:spChg chg="del">
          <ac:chgData name="Stephanie Smith" userId="b0a3bb81-5531-4f93-ac06-3bdcd97eb30d" providerId="ADAL" clId="{46474451-6D9E-4DCF-8BAB-6EFDD388CC54}" dt="2026-08-19T14:12:00.694" v="4613"/>
          <ac:spMkLst>
            <pc:docMk/>
            <pc:sldMk cId="1063283471" sldId="2523"/>
            <ac:spMk id="37" creationId="{098893E9-D2F5-1FD8-A3CF-74DA9FB48AFC}"/>
          </ac:spMkLst>
        </pc:spChg>
        <pc:spChg chg="del">
          <ac:chgData name="Stephanie Smith" userId="b0a3bb81-5531-4f93-ac06-3bdcd97eb30d" providerId="ADAL" clId="{46474451-6D9E-4DCF-8BAB-6EFDD388CC54}" dt="2026-08-19T14:12:00.799" v="4615"/>
          <ac:spMkLst>
            <pc:docMk/>
            <pc:sldMk cId="1063283471" sldId="2523"/>
            <ac:spMk id="38" creationId="{EA7E8C32-EDB1-046A-380E-3F6BB664C868}"/>
          </ac:spMkLst>
        </pc:spChg>
        <pc:spChg chg="del">
          <ac:chgData name="Stephanie Smith" userId="b0a3bb81-5531-4f93-ac06-3bdcd97eb30d" providerId="ADAL" clId="{46474451-6D9E-4DCF-8BAB-6EFDD388CC54}" dt="2026-08-19T14:12:00.878" v="4616"/>
          <ac:spMkLst>
            <pc:docMk/>
            <pc:sldMk cId="1063283471" sldId="2523"/>
            <ac:spMk id="39" creationId="{0D62C1CA-F5FA-E41F-79BF-0CEFFEC1FB78}"/>
          </ac:spMkLst>
        </pc:spChg>
        <pc:spChg chg="del">
          <ac:chgData name="Stephanie Smith" userId="b0a3bb81-5531-4f93-ac06-3bdcd97eb30d" providerId="ADAL" clId="{46474451-6D9E-4DCF-8BAB-6EFDD388CC54}" dt="2026-08-19T14:12:00.951" v="4618"/>
          <ac:spMkLst>
            <pc:docMk/>
            <pc:sldMk cId="1063283471" sldId="2523"/>
            <ac:spMk id="40" creationId="{4DCF57DE-3E1F-02A0-3A62-DEC8120532CC}"/>
          </ac:spMkLst>
        </pc:spChg>
        <pc:spChg chg="mod ord">
          <ac:chgData name="Stephanie Smith" userId="b0a3bb81-5531-4f93-ac06-3bdcd97eb30d" providerId="ADAL" clId="{46474451-6D9E-4DCF-8BAB-6EFDD388CC54}" dt="2026-08-19T15:29:02.508" v="5325" actId="1076"/>
          <ac:spMkLst>
            <pc:docMk/>
            <pc:sldMk cId="1063283471" sldId="2523"/>
            <ac:spMk id="41" creationId="{6E5CB05D-A7EE-8DB2-61DA-06E4C5D2F71F}"/>
          </ac:spMkLst>
        </pc:spChg>
        <pc:grpChg chg="add mod">
          <ac:chgData name="Stephanie Smith" userId="b0a3bb81-5531-4f93-ac06-3bdcd97eb30d" providerId="ADAL" clId="{46474451-6D9E-4DCF-8BAB-6EFDD388CC54}" dt="2026-08-19T14:12:01.533" v="4624"/>
          <ac:grpSpMkLst>
            <pc:docMk/>
            <pc:sldMk cId="1063283471" sldId="2523"/>
            <ac:grpSpMk id="10" creationId="{FB0A22A6-5E7D-AEFA-1FCA-BAB96D820862}"/>
          </ac:grpSpMkLst>
        </pc:grpChg>
        <pc:grpChg chg="add mod">
          <ac:chgData name="Stephanie Smith" userId="b0a3bb81-5531-4f93-ac06-3bdcd97eb30d" providerId="ADAL" clId="{46474451-6D9E-4DCF-8BAB-6EFDD388CC54}" dt="2026-08-19T15:28:56.270" v="5324" actId="1076"/>
          <ac:grpSpMkLst>
            <pc:docMk/>
            <pc:sldMk cId="1063283471" sldId="2523"/>
            <ac:grpSpMk id="20" creationId="{5CB6FEDA-EF41-F4C5-0B64-EA5DA8886C21}"/>
          </ac:grpSpMkLst>
        </pc:grpChg>
        <pc:cxnChg chg="mod">
          <ac:chgData name="Stephanie Smith" userId="b0a3bb81-5531-4f93-ac06-3bdcd97eb30d" providerId="ADAL" clId="{46474451-6D9E-4DCF-8BAB-6EFDD388CC54}" dt="2026-08-19T14:11:59.632" v="4570"/>
          <ac:cxnSpMkLst>
            <pc:docMk/>
            <pc:sldMk cId="1063283471" sldId="2523"/>
            <ac:cxnSpMk id="14" creationId="{73389FC8-7071-1EB1-8B5E-951C64213743}"/>
          </ac:cxnSpMkLst>
        </pc:cxnChg>
        <pc:cxnChg chg="mod">
          <ac:chgData name="Stephanie Smith" userId="b0a3bb81-5531-4f93-ac06-3bdcd97eb30d" providerId="ADAL" clId="{46474451-6D9E-4DCF-8BAB-6EFDD388CC54}" dt="2026-08-19T14:12:02.102" v="4645"/>
          <ac:cxnSpMkLst>
            <pc:docMk/>
            <pc:sldMk cId="1063283471" sldId="2523"/>
            <ac:cxnSpMk id="23" creationId="{A4107519-C9D5-28C0-8552-4AB41CE436C8}"/>
          </ac:cxnSpMkLst>
        </pc:cxnChg>
      </pc:sldChg>
      <pc:sldChg chg="addSp delSp modSp add mod modNotes">
        <pc:chgData name="Stephanie Smith" userId="b0a3bb81-5531-4f93-ac06-3bdcd97eb30d" providerId="ADAL" clId="{46474451-6D9E-4DCF-8BAB-6EFDD388CC54}" dt="2026-08-19T15:44:50.725" v="5458" actId="1076"/>
        <pc:sldMkLst>
          <pc:docMk/>
          <pc:sldMk cId="52244765" sldId="2524"/>
        </pc:sldMkLst>
        <pc:spChg chg="mod">
          <ac:chgData name="Stephanie Smith" userId="b0a3bb81-5531-4f93-ac06-3bdcd97eb30d" providerId="ADAL" clId="{46474451-6D9E-4DCF-8BAB-6EFDD388CC54}" dt="2026-08-19T14:12:04.480" v="4741"/>
          <ac:spMkLst>
            <pc:docMk/>
            <pc:sldMk cId="52244765" sldId="2524"/>
            <ac:spMk id="10" creationId="{D3595B0A-155D-1279-96FA-14D3840C5788}"/>
          </ac:spMkLst>
        </pc:spChg>
        <pc:spChg chg="mod">
          <ac:chgData name="Stephanie Smith" userId="b0a3bb81-5531-4f93-ac06-3bdcd97eb30d" providerId="ADAL" clId="{46474451-6D9E-4DCF-8BAB-6EFDD388CC54}" dt="2026-08-19T14:35:06.905" v="5090" actId="948"/>
          <ac:spMkLst>
            <pc:docMk/>
            <pc:sldMk cId="52244765" sldId="2524"/>
            <ac:spMk id="11" creationId="{6F91A25C-6432-D694-4787-7616CFF2819C}"/>
          </ac:spMkLst>
        </pc:spChg>
        <pc:spChg chg="mod">
          <ac:chgData name="Stephanie Smith" userId="b0a3bb81-5531-4f93-ac06-3bdcd97eb30d" providerId="ADAL" clId="{46474451-6D9E-4DCF-8BAB-6EFDD388CC54}" dt="2026-08-19T14:35:07.020" v="5095" actId="948"/>
          <ac:spMkLst>
            <pc:docMk/>
            <pc:sldMk cId="52244765" sldId="2524"/>
            <ac:spMk id="12" creationId="{FF4EEE92-3D04-F908-6C82-69DCE7FC492E}"/>
          </ac:spMkLst>
        </pc:spChg>
        <pc:spChg chg="mod">
          <ac:chgData name="Stephanie Smith" userId="b0a3bb81-5531-4f93-ac06-3bdcd97eb30d" providerId="ADAL" clId="{46474451-6D9E-4DCF-8BAB-6EFDD388CC54}" dt="2026-08-19T14:12:04.834" v="4762" actId="208"/>
          <ac:spMkLst>
            <pc:docMk/>
            <pc:sldMk cId="52244765" sldId="2524"/>
            <ac:spMk id="17" creationId="{6BAFED41-408D-E4F3-0ED7-C85A36FCFDBC}"/>
          </ac:spMkLst>
        </pc:spChg>
        <pc:spChg chg="mod">
          <ac:chgData name="Stephanie Smith" userId="b0a3bb81-5531-4f93-ac06-3bdcd97eb30d" providerId="ADAL" clId="{46474451-6D9E-4DCF-8BAB-6EFDD388CC54}" dt="2026-08-19T14:12:04.806" v="4761"/>
          <ac:spMkLst>
            <pc:docMk/>
            <pc:sldMk cId="52244765" sldId="2524"/>
            <ac:spMk id="19" creationId="{A73FD80E-2289-CBD4-967C-EF8869E8BECE}"/>
          </ac:spMkLst>
        </pc:spChg>
        <pc:spChg chg="mod">
          <ac:chgData name="Stephanie Smith" userId="b0a3bb81-5531-4f93-ac06-3bdcd97eb30d" providerId="ADAL" clId="{46474451-6D9E-4DCF-8BAB-6EFDD388CC54}" dt="2026-08-19T14:12:02.684" v="4670" actId="208"/>
          <ac:spMkLst>
            <pc:docMk/>
            <pc:sldMk cId="52244765" sldId="2524"/>
            <ac:spMk id="40" creationId="{52C86A91-A496-16D0-B7D5-4B9A8F994D9F}"/>
          </ac:spMkLst>
        </pc:spChg>
        <pc:spChg chg="mod">
          <ac:chgData name="Stephanie Smith" userId="b0a3bb81-5531-4f93-ac06-3bdcd97eb30d" providerId="ADAL" clId="{46474451-6D9E-4DCF-8BAB-6EFDD388CC54}" dt="2026-08-19T14:12:02.803" v="4678"/>
          <ac:spMkLst>
            <pc:docMk/>
            <pc:sldMk cId="52244765" sldId="2524"/>
            <ac:spMk id="41" creationId="{9CA504E6-E1E7-E6C6-F790-7212A359A15D}"/>
          </ac:spMkLst>
        </pc:spChg>
        <pc:spChg chg="mod">
          <ac:chgData name="Stephanie Smith" userId="b0a3bb81-5531-4f93-ac06-3bdcd97eb30d" providerId="ADAL" clId="{46474451-6D9E-4DCF-8BAB-6EFDD388CC54}" dt="2026-08-19T14:12:03.034" v="4690"/>
          <ac:spMkLst>
            <pc:docMk/>
            <pc:sldMk cId="52244765" sldId="2524"/>
            <ac:spMk id="43" creationId="{711CA20C-DC7F-8EFB-FD3F-0C55A53AF27C}"/>
          </ac:spMkLst>
        </pc:spChg>
        <pc:spChg chg="mod">
          <ac:chgData name="Stephanie Smith" userId="b0a3bb81-5531-4f93-ac06-3bdcd97eb30d" providerId="ADAL" clId="{46474451-6D9E-4DCF-8BAB-6EFDD388CC54}" dt="2026-08-19T14:35:06.339" v="5070" actId="948"/>
          <ac:spMkLst>
            <pc:docMk/>
            <pc:sldMk cId="52244765" sldId="2524"/>
            <ac:spMk id="44" creationId="{E239853F-C1F7-24F5-D07E-9B502FE7D234}"/>
          </ac:spMkLst>
        </pc:spChg>
        <pc:spChg chg="mod">
          <ac:chgData name="Stephanie Smith" userId="b0a3bb81-5531-4f93-ac06-3bdcd97eb30d" providerId="ADAL" clId="{46474451-6D9E-4DCF-8BAB-6EFDD388CC54}" dt="2026-08-19T14:35:06.521" v="5075" actId="948"/>
          <ac:spMkLst>
            <pc:docMk/>
            <pc:sldMk cId="52244765" sldId="2524"/>
            <ac:spMk id="45" creationId="{76315E38-E213-0400-A041-EE083C50498E}"/>
          </ac:spMkLst>
        </pc:spChg>
        <pc:spChg chg="mod">
          <ac:chgData name="Stephanie Smith" userId="b0a3bb81-5531-4f93-ac06-3bdcd97eb30d" providerId="ADAL" clId="{46474451-6D9E-4DCF-8BAB-6EFDD388CC54}" dt="2026-08-19T14:12:03.558" v="4710"/>
          <ac:spMkLst>
            <pc:docMk/>
            <pc:sldMk cId="52244765" sldId="2524"/>
            <ac:spMk id="46" creationId="{4D70153D-8B78-6E8E-180D-5BB2E61D6B5E}"/>
          </ac:spMkLst>
        </pc:spChg>
        <pc:spChg chg="mod">
          <ac:chgData name="Stephanie Smith" userId="b0a3bb81-5531-4f93-ac06-3bdcd97eb30d" providerId="ADAL" clId="{46474451-6D9E-4DCF-8BAB-6EFDD388CC54}" dt="2026-08-19T14:35:06.647" v="5080" actId="948"/>
          <ac:spMkLst>
            <pc:docMk/>
            <pc:sldMk cId="52244765" sldId="2524"/>
            <ac:spMk id="47" creationId="{AB4A96F8-4CAB-069C-E8DA-1F2A4E1BADFD}"/>
          </ac:spMkLst>
        </pc:spChg>
        <pc:spChg chg="mod">
          <ac:chgData name="Stephanie Smith" userId="b0a3bb81-5531-4f93-ac06-3bdcd97eb30d" providerId="ADAL" clId="{46474451-6D9E-4DCF-8BAB-6EFDD388CC54}" dt="2026-08-19T14:35:06.771" v="5085" actId="948"/>
          <ac:spMkLst>
            <pc:docMk/>
            <pc:sldMk cId="52244765" sldId="2524"/>
            <ac:spMk id="48" creationId="{9691FDA1-D573-1EC3-0FF0-5F18A398FE08}"/>
          </ac:spMkLst>
        </pc:spChg>
        <pc:spChg chg="del">
          <ac:chgData name="Stephanie Smith" userId="b0a3bb81-5531-4f93-ac06-3bdcd97eb30d" providerId="ADAL" clId="{46474451-6D9E-4DCF-8BAB-6EFDD388CC54}" dt="2026-08-19T14:12:03.869" v="4727"/>
          <ac:spMkLst>
            <pc:docMk/>
            <pc:sldMk cId="52244765" sldId="2524"/>
            <ac:spMk id="49" creationId="{DE85C168-601B-2404-FACA-AFCDCB2FF77E}"/>
          </ac:spMkLst>
        </pc:spChg>
        <pc:spChg chg="del">
          <ac:chgData name="Stephanie Smith" userId="b0a3bb81-5531-4f93-ac06-3bdcd97eb30d" providerId="ADAL" clId="{46474451-6D9E-4DCF-8BAB-6EFDD388CC54}" dt="2026-08-19T14:12:03.955" v="4729"/>
          <ac:spMkLst>
            <pc:docMk/>
            <pc:sldMk cId="52244765" sldId="2524"/>
            <ac:spMk id="50" creationId="{3AF499D3-7183-B82F-264F-B610589DC73D}"/>
          </ac:spMkLst>
        </pc:spChg>
        <pc:spChg chg="del">
          <ac:chgData name="Stephanie Smith" userId="b0a3bb81-5531-4f93-ac06-3bdcd97eb30d" providerId="ADAL" clId="{46474451-6D9E-4DCF-8BAB-6EFDD388CC54}" dt="2026-08-19T14:12:04.062" v="4731"/>
          <ac:spMkLst>
            <pc:docMk/>
            <pc:sldMk cId="52244765" sldId="2524"/>
            <ac:spMk id="51" creationId="{29120279-F9B1-2920-98AE-E086958D49A6}"/>
          </ac:spMkLst>
        </pc:spChg>
        <pc:spChg chg="del">
          <ac:chgData name="Stephanie Smith" userId="b0a3bb81-5531-4f93-ac06-3bdcd97eb30d" providerId="ADAL" clId="{46474451-6D9E-4DCF-8BAB-6EFDD388CC54}" dt="2026-08-19T14:12:04.135" v="4732"/>
          <ac:spMkLst>
            <pc:docMk/>
            <pc:sldMk cId="52244765" sldId="2524"/>
            <ac:spMk id="52" creationId="{9758E186-CE24-3B8D-C253-9BB4B2197933}"/>
          </ac:spMkLst>
        </pc:spChg>
        <pc:spChg chg="del">
          <ac:chgData name="Stephanie Smith" userId="b0a3bb81-5531-4f93-ac06-3bdcd97eb30d" providerId="ADAL" clId="{46474451-6D9E-4DCF-8BAB-6EFDD388CC54}" dt="2026-08-19T14:12:04.226" v="4734"/>
          <ac:spMkLst>
            <pc:docMk/>
            <pc:sldMk cId="52244765" sldId="2524"/>
            <ac:spMk id="53" creationId="{64D0BF9A-5BCF-DB94-4091-FC2D02B86DBA}"/>
          </ac:spMkLst>
        </pc:spChg>
        <pc:spChg chg="mod ord">
          <ac:chgData name="Stephanie Smith" userId="b0a3bb81-5531-4f93-ac06-3bdcd97eb30d" providerId="ADAL" clId="{46474451-6D9E-4DCF-8BAB-6EFDD388CC54}" dt="2026-08-19T15:44:50.725" v="5458" actId="1076"/>
          <ac:spMkLst>
            <pc:docMk/>
            <pc:sldMk cId="52244765" sldId="2524"/>
            <ac:spMk id="54" creationId="{3A593B9B-547E-C77F-BF28-C930A7B64762}"/>
          </ac:spMkLst>
        </pc:spChg>
        <pc:grpChg chg="add mod">
          <ac:chgData name="Stephanie Smith" userId="b0a3bb81-5531-4f93-ac06-3bdcd97eb30d" providerId="ADAL" clId="{46474451-6D9E-4DCF-8BAB-6EFDD388CC54}" dt="2026-08-19T14:12:04.456" v="4740"/>
          <ac:grpSpMkLst>
            <pc:docMk/>
            <pc:sldMk cId="52244765" sldId="2524"/>
            <ac:grpSpMk id="9" creationId="{15385DB8-6229-B323-34ED-2BF64E727124}"/>
          </ac:grpSpMkLst>
        </pc:grpChg>
        <pc:grpChg chg="add mod">
          <ac:chgData name="Stephanie Smith" userId="b0a3bb81-5531-4f93-ac06-3bdcd97eb30d" providerId="ADAL" clId="{46474451-6D9E-4DCF-8BAB-6EFDD388CC54}" dt="2026-08-19T15:44:43.200" v="5457" actId="1076"/>
          <ac:grpSpMkLst>
            <pc:docMk/>
            <pc:sldMk cId="52244765" sldId="2524"/>
            <ac:grpSpMk id="14" creationId="{B2FC7E6E-DDA1-3890-3A74-C8E2A2F13F08}"/>
          </ac:grpSpMkLst>
        </pc:grpChg>
        <pc:cxnChg chg="mod">
          <ac:chgData name="Stephanie Smith" userId="b0a3bb81-5531-4f93-ac06-3bdcd97eb30d" providerId="ADAL" clId="{46474451-6D9E-4DCF-8BAB-6EFDD388CC54}" dt="2026-08-19T14:12:04.806" v="4761"/>
          <ac:cxnSpMkLst>
            <pc:docMk/>
            <pc:sldMk cId="52244765" sldId="2524"/>
            <ac:cxnSpMk id="20" creationId="{6EF1C6E8-716B-F82F-A113-AB49B9667F2B}"/>
          </ac:cxnSpMkLst>
        </pc:cxnChg>
        <pc:cxnChg chg="mod">
          <ac:chgData name="Stephanie Smith" userId="b0a3bb81-5531-4f93-ac06-3bdcd97eb30d" providerId="ADAL" clId="{46474451-6D9E-4DCF-8BAB-6EFDD388CC54}" dt="2026-08-19T14:12:02.920" v="4686"/>
          <ac:cxnSpMkLst>
            <pc:docMk/>
            <pc:sldMk cId="52244765" sldId="2524"/>
            <ac:cxnSpMk id="42" creationId="{A7F0FDA6-7A8F-D271-7E29-4BFE40365C97}"/>
          </ac:cxnSpMkLst>
        </pc:cxnChg>
      </pc:sldChg>
      <pc:sldChg chg="addSp delSp modSp add mod modNotes">
        <pc:chgData name="Stephanie Smith" userId="b0a3bb81-5531-4f93-ac06-3bdcd97eb30d" providerId="ADAL" clId="{46474451-6D9E-4DCF-8BAB-6EFDD388CC54}" dt="2026-08-19T15:45:30.037" v="5552" actId="1076"/>
        <pc:sldMkLst>
          <pc:docMk/>
          <pc:sldMk cId="2172483309" sldId="2525"/>
        </pc:sldMkLst>
        <pc:spChg chg="mod">
          <ac:chgData name="Stephanie Smith" userId="b0a3bb81-5531-4f93-ac06-3bdcd97eb30d" providerId="ADAL" clId="{46474451-6D9E-4DCF-8BAB-6EFDD388CC54}" dt="2026-08-19T14:12:06.847" v="4857"/>
          <ac:spMkLst>
            <pc:docMk/>
            <pc:sldMk cId="2172483309" sldId="2525"/>
            <ac:spMk id="11" creationId="{A63F5247-FD4C-33E2-B1C3-8058E2A3FE33}"/>
          </ac:spMkLst>
        </pc:spChg>
        <pc:spChg chg="mod">
          <ac:chgData name="Stephanie Smith" userId="b0a3bb81-5531-4f93-ac06-3bdcd97eb30d" providerId="ADAL" clId="{46474451-6D9E-4DCF-8BAB-6EFDD388CC54}" dt="2026-08-19T14:35:08.299" v="5126" actId="948"/>
          <ac:spMkLst>
            <pc:docMk/>
            <pc:sldMk cId="2172483309" sldId="2525"/>
            <ac:spMk id="12" creationId="{E483CE6A-4874-DAC6-2649-355642263D93}"/>
          </ac:spMkLst>
        </pc:spChg>
        <pc:spChg chg="mod">
          <ac:chgData name="Stephanie Smith" userId="b0a3bb81-5531-4f93-ac06-3bdcd97eb30d" providerId="ADAL" clId="{46474451-6D9E-4DCF-8BAB-6EFDD388CC54}" dt="2026-08-19T14:35:08.711" v="5131" actId="948"/>
          <ac:spMkLst>
            <pc:docMk/>
            <pc:sldMk cId="2172483309" sldId="2525"/>
            <ac:spMk id="14" creationId="{E5966219-C22C-3B36-4EFA-25A9DA549DB3}"/>
          </ac:spMkLst>
        </pc:spChg>
        <pc:spChg chg="mod">
          <ac:chgData name="Stephanie Smith" userId="b0a3bb81-5531-4f93-ac06-3bdcd97eb30d" providerId="ADAL" clId="{46474451-6D9E-4DCF-8BAB-6EFDD388CC54}" dt="2026-08-19T14:12:07.155" v="4878" actId="208"/>
          <ac:spMkLst>
            <pc:docMk/>
            <pc:sldMk cId="2172483309" sldId="2525"/>
            <ac:spMk id="16" creationId="{A3F1835D-B519-7135-6707-7C01EF491590}"/>
          </ac:spMkLst>
        </pc:spChg>
        <pc:spChg chg="mod">
          <ac:chgData name="Stephanie Smith" userId="b0a3bb81-5531-4f93-ac06-3bdcd97eb30d" providerId="ADAL" clId="{46474451-6D9E-4DCF-8BAB-6EFDD388CC54}" dt="2026-08-19T14:12:07.136" v="4877"/>
          <ac:spMkLst>
            <pc:docMk/>
            <pc:sldMk cId="2172483309" sldId="2525"/>
            <ac:spMk id="19" creationId="{455174C4-2413-1229-3049-E618B550E6EF}"/>
          </ac:spMkLst>
        </pc:spChg>
        <pc:spChg chg="mod">
          <ac:chgData name="Stephanie Smith" userId="b0a3bb81-5531-4f93-ac06-3bdcd97eb30d" providerId="ADAL" clId="{46474451-6D9E-4DCF-8BAB-6EFDD388CC54}" dt="2026-08-19T14:12:05.314" v="4786" actId="208"/>
          <ac:spMkLst>
            <pc:docMk/>
            <pc:sldMk cId="2172483309" sldId="2525"/>
            <ac:spMk id="40" creationId="{993C71CD-807B-7BF0-8F5D-255990F056D5}"/>
          </ac:spMkLst>
        </pc:spChg>
        <pc:spChg chg="mod">
          <ac:chgData name="Stephanie Smith" userId="b0a3bb81-5531-4f93-ac06-3bdcd97eb30d" providerId="ADAL" clId="{46474451-6D9E-4DCF-8BAB-6EFDD388CC54}" dt="2026-08-19T14:12:05.416" v="4794"/>
          <ac:spMkLst>
            <pc:docMk/>
            <pc:sldMk cId="2172483309" sldId="2525"/>
            <ac:spMk id="41" creationId="{889E2A14-B6AE-9AAD-7695-2CDCD47725A8}"/>
          </ac:spMkLst>
        </pc:spChg>
        <pc:spChg chg="mod">
          <ac:chgData name="Stephanie Smith" userId="b0a3bb81-5531-4f93-ac06-3bdcd97eb30d" providerId="ADAL" clId="{46474451-6D9E-4DCF-8BAB-6EFDD388CC54}" dt="2026-08-19T14:12:05.621" v="4806"/>
          <ac:spMkLst>
            <pc:docMk/>
            <pc:sldMk cId="2172483309" sldId="2525"/>
            <ac:spMk id="43" creationId="{E58A4C45-EB36-EFEF-44D6-2F748093929C}"/>
          </ac:spMkLst>
        </pc:spChg>
        <pc:spChg chg="mod">
          <ac:chgData name="Stephanie Smith" userId="b0a3bb81-5531-4f93-ac06-3bdcd97eb30d" providerId="ADAL" clId="{46474451-6D9E-4DCF-8BAB-6EFDD388CC54}" dt="2026-08-19T14:35:07.357" v="5106" actId="948"/>
          <ac:spMkLst>
            <pc:docMk/>
            <pc:sldMk cId="2172483309" sldId="2525"/>
            <ac:spMk id="44" creationId="{A3E5CF07-9C68-B1FD-2F29-5E8909EDE653}"/>
          </ac:spMkLst>
        </pc:spChg>
        <pc:spChg chg="mod">
          <ac:chgData name="Stephanie Smith" userId="b0a3bb81-5531-4f93-ac06-3bdcd97eb30d" providerId="ADAL" clId="{46474451-6D9E-4DCF-8BAB-6EFDD388CC54}" dt="2026-08-19T14:35:07.502" v="5111" actId="948"/>
          <ac:spMkLst>
            <pc:docMk/>
            <pc:sldMk cId="2172483309" sldId="2525"/>
            <ac:spMk id="45" creationId="{C286BE49-DD51-E2DE-D935-33048E8567F8}"/>
          </ac:spMkLst>
        </pc:spChg>
        <pc:spChg chg="mod">
          <ac:chgData name="Stephanie Smith" userId="b0a3bb81-5531-4f93-ac06-3bdcd97eb30d" providerId="ADAL" clId="{46474451-6D9E-4DCF-8BAB-6EFDD388CC54}" dt="2026-08-19T14:12:05.890" v="4826"/>
          <ac:spMkLst>
            <pc:docMk/>
            <pc:sldMk cId="2172483309" sldId="2525"/>
            <ac:spMk id="46" creationId="{A4BD680D-3933-DB26-C269-317E23CC606E}"/>
          </ac:spMkLst>
        </pc:spChg>
        <pc:spChg chg="mod">
          <ac:chgData name="Stephanie Smith" userId="b0a3bb81-5531-4f93-ac06-3bdcd97eb30d" providerId="ADAL" clId="{46474451-6D9E-4DCF-8BAB-6EFDD388CC54}" dt="2026-08-19T14:35:07.682" v="5116" actId="948"/>
          <ac:spMkLst>
            <pc:docMk/>
            <pc:sldMk cId="2172483309" sldId="2525"/>
            <ac:spMk id="47" creationId="{8C520FF5-3C0A-E99A-4FC0-65DB63282D5A}"/>
          </ac:spMkLst>
        </pc:spChg>
        <pc:spChg chg="mod">
          <ac:chgData name="Stephanie Smith" userId="b0a3bb81-5531-4f93-ac06-3bdcd97eb30d" providerId="ADAL" clId="{46474451-6D9E-4DCF-8BAB-6EFDD388CC54}" dt="2026-08-19T14:35:08.070" v="5121" actId="948"/>
          <ac:spMkLst>
            <pc:docMk/>
            <pc:sldMk cId="2172483309" sldId="2525"/>
            <ac:spMk id="48" creationId="{116C83DC-5F58-4F87-E302-7E7DD95056E3}"/>
          </ac:spMkLst>
        </pc:spChg>
        <pc:spChg chg="del">
          <ac:chgData name="Stephanie Smith" userId="b0a3bb81-5531-4f93-ac06-3bdcd97eb30d" providerId="ADAL" clId="{46474451-6D9E-4DCF-8BAB-6EFDD388CC54}" dt="2026-08-19T14:12:06.164" v="4843"/>
          <ac:spMkLst>
            <pc:docMk/>
            <pc:sldMk cId="2172483309" sldId="2525"/>
            <ac:spMk id="49" creationId="{46404C01-EE8F-1C35-AFC6-A00D22552C21}"/>
          </ac:spMkLst>
        </pc:spChg>
        <pc:spChg chg="del">
          <ac:chgData name="Stephanie Smith" userId="b0a3bb81-5531-4f93-ac06-3bdcd97eb30d" providerId="ADAL" clId="{46474451-6D9E-4DCF-8BAB-6EFDD388CC54}" dt="2026-08-19T14:12:06.239" v="4845"/>
          <ac:spMkLst>
            <pc:docMk/>
            <pc:sldMk cId="2172483309" sldId="2525"/>
            <ac:spMk id="50" creationId="{F2647C14-9F3C-6FE5-9C98-C89B92318A06}"/>
          </ac:spMkLst>
        </pc:spChg>
        <pc:spChg chg="del">
          <ac:chgData name="Stephanie Smith" userId="b0a3bb81-5531-4f93-ac06-3bdcd97eb30d" providerId="ADAL" clId="{46474451-6D9E-4DCF-8BAB-6EFDD388CC54}" dt="2026-08-19T14:12:06.316" v="4847"/>
          <ac:spMkLst>
            <pc:docMk/>
            <pc:sldMk cId="2172483309" sldId="2525"/>
            <ac:spMk id="51" creationId="{58F6FBD0-A45E-CA6A-20E0-5AE87C67F7A7}"/>
          </ac:spMkLst>
        </pc:spChg>
        <pc:spChg chg="del">
          <ac:chgData name="Stephanie Smith" userId="b0a3bb81-5531-4f93-ac06-3bdcd97eb30d" providerId="ADAL" clId="{46474451-6D9E-4DCF-8BAB-6EFDD388CC54}" dt="2026-08-19T14:12:06.398" v="4848"/>
          <ac:spMkLst>
            <pc:docMk/>
            <pc:sldMk cId="2172483309" sldId="2525"/>
            <ac:spMk id="52" creationId="{5DCD6256-9717-82A1-3431-0EFD4E7730BD}"/>
          </ac:spMkLst>
        </pc:spChg>
        <pc:spChg chg="del">
          <ac:chgData name="Stephanie Smith" userId="b0a3bb81-5531-4f93-ac06-3bdcd97eb30d" providerId="ADAL" clId="{46474451-6D9E-4DCF-8BAB-6EFDD388CC54}" dt="2026-08-19T14:12:06.533" v="4850"/>
          <ac:spMkLst>
            <pc:docMk/>
            <pc:sldMk cId="2172483309" sldId="2525"/>
            <ac:spMk id="53" creationId="{31AEFD3A-0E31-507F-6CA5-7664F372D055}"/>
          </ac:spMkLst>
        </pc:spChg>
        <pc:spChg chg="mod ord">
          <ac:chgData name="Stephanie Smith" userId="b0a3bb81-5531-4f93-ac06-3bdcd97eb30d" providerId="ADAL" clId="{46474451-6D9E-4DCF-8BAB-6EFDD388CC54}" dt="2026-08-19T15:45:30.037" v="5552" actId="1076"/>
          <ac:spMkLst>
            <pc:docMk/>
            <pc:sldMk cId="2172483309" sldId="2525"/>
            <ac:spMk id="54" creationId="{89331189-A0A4-BB48-EBBD-98EBAFF0959A}"/>
          </ac:spMkLst>
        </pc:spChg>
        <pc:grpChg chg="add mod">
          <ac:chgData name="Stephanie Smith" userId="b0a3bb81-5531-4f93-ac06-3bdcd97eb30d" providerId="ADAL" clId="{46474451-6D9E-4DCF-8BAB-6EFDD388CC54}" dt="2026-08-19T14:12:06.823" v="4856"/>
          <ac:grpSpMkLst>
            <pc:docMk/>
            <pc:sldMk cId="2172483309" sldId="2525"/>
            <ac:grpSpMk id="10" creationId="{CFC4AF8C-AFAC-36BC-3373-2216B7FF3057}"/>
          </ac:grpSpMkLst>
        </pc:grpChg>
        <pc:grpChg chg="add mod">
          <ac:chgData name="Stephanie Smith" userId="b0a3bb81-5531-4f93-ac06-3bdcd97eb30d" providerId="ADAL" clId="{46474451-6D9E-4DCF-8BAB-6EFDD388CC54}" dt="2026-08-19T14:12:07.136" v="4877"/>
          <ac:grpSpMkLst>
            <pc:docMk/>
            <pc:sldMk cId="2172483309" sldId="2525"/>
            <ac:grpSpMk id="15" creationId="{3147358A-16F4-0E63-901E-1B2CAC6B7DD4}"/>
          </ac:grpSpMkLst>
        </pc:grpChg>
        <pc:cxnChg chg="mod">
          <ac:chgData name="Stephanie Smith" userId="b0a3bb81-5531-4f93-ac06-3bdcd97eb30d" providerId="ADAL" clId="{46474451-6D9E-4DCF-8BAB-6EFDD388CC54}" dt="2026-08-19T14:12:07.136" v="4877"/>
          <ac:cxnSpMkLst>
            <pc:docMk/>
            <pc:sldMk cId="2172483309" sldId="2525"/>
            <ac:cxnSpMk id="20" creationId="{3EAC7C45-423C-AF8F-2096-E11A1C3AF0BB}"/>
          </ac:cxnSpMkLst>
        </pc:cxnChg>
        <pc:cxnChg chg="mod">
          <ac:chgData name="Stephanie Smith" userId="b0a3bb81-5531-4f93-ac06-3bdcd97eb30d" providerId="ADAL" clId="{46474451-6D9E-4DCF-8BAB-6EFDD388CC54}" dt="2026-08-19T14:12:05.515" v="4802"/>
          <ac:cxnSpMkLst>
            <pc:docMk/>
            <pc:sldMk cId="2172483309" sldId="2525"/>
            <ac:cxnSpMk id="42" creationId="{8CF6A633-3077-26D9-2AEE-74CDD932C41A}"/>
          </ac:cxnSpMkLst>
        </pc:cxnChg>
      </pc:sldChg>
      <pc:sldChg chg="addSp delSp modSp add mod modNotes">
        <pc:chgData name="Stephanie Smith" userId="b0a3bb81-5531-4f93-ac06-3bdcd97eb30d" providerId="ADAL" clId="{46474451-6D9E-4DCF-8BAB-6EFDD388CC54}" dt="2026-08-19T15:46:15.408" v="5662" actId="1076"/>
        <pc:sldMkLst>
          <pc:docMk/>
          <pc:sldMk cId="2824453868" sldId="2526"/>
        </pc:sldMkLst>
        <pc:spChg chg="mod">
          <ac:chgData name="Stephanie Smith" userId="b0a3bb81-5531-4f93-ac06-3bdcd97eb30d" providerId="ADAL" clId="{46474451-6D9E-4DCF-8BAB-6EFDD388CC54}" dt="2026-08-19T14:12:10.303" v="4973"/>
          <ac:spMkLst>
            <pc:docMk/>
            <pc:sldMk cId="2824453868" sldId="2526"/>
            <ac:spMk id="11" creationId="{D3D124AE-F5B7-404C-7DC2-F5C1BDFDC114}"/>
          </ac:spMkLst>
        </pc:spChg>
        <pc:spChg chg="mod">
          <ac:chgData name="Stephanie Smith" userId="b0a3bb81-5531-4f93-ac06-3bdcd97eb30d" providerId="ADAL" clId="{46474451-6D9E-4DCF-8BAB-6EFDD388CC54}" dt="2026-08-19T14:35:09.948" v="5162" actId="948"/>
          <ac:spMkLst>
            <pc:docMk/>
            <pc:sldMk cId="2824453868" sldId="2526"/>
            <ac:spMk id="12" creationId="{9F2382C1-2AB0-DAB6-5EDA-4903F153353C}"/>
          </ac:spMkLst>
        </pc:spChg>
        <pc:spChg chg="mod">
          <ac:chgData name="Stephanie Smith" userId="b0a3bb81-5531-4f93-ac06-3bdcd97eb30d" providerId="ADAL" clId="{46474451-6D9E-4DCF-8BAB-6EFDD388CC54}" dt="2026-08-19T14:35:10.069" v="5167" actId="948"/>
          <ac:spMkLst>
            <pc:docMk/>
            <pc:sldMk cId="2824453868" sldId="2526"/>
            <ac:spMk id="14" creationId="{16B936BA-3372-A005-DBA7-0505E62ACE40}"/>
          </ac:spMkLst>
        </pc:spChg>
        <pc:spChg chg="mod">
          <ac:chgData name="Stephanie Smith" userId="b0a3bb81-5531-4f93-ac06-3bdcd97eb30d" providerId="ADAL" clId="{46474451-6D9E-4DCF-8BAB-6EFDD388CC54}" dt="2026-08-19T14:12:10.736" v="4994" actId="208"/>
          <ac:spMkLst>
            <pc:docMk/>
            <pc:sldMk cId="2824453868" sldId="2526"/>
            <ac:spMk id="17" creationId="{13FC4ABB-102B-53F7-9713-B6AC4C80B2D0}"/>
          </ac:spMkLst>
        </pc:spChg>
        <pc:spChg chg="mod">
          <ac:chgData name="Stephanie Smith" userId="b0a3bb81-5531-4f93-ac06-3bdcd97eb30d" providerId="ADAL" clId="{46474451-6D9E-4DCF-8BAB-6EFDD388CC54}" dt="2026-08-19T14:12:10.714" v="4993"/>
          <ac:spMkLst>
            <pc:docMk/>
            <pc:sldMk cId="2824453868" sldId="2526"/>
            <ac:spMk id="19" creationId="{C5F31C67-D7A4-AF86-9748-8489343B6E32}"/>
          </ac:spMkLst>
        </pc:spChg>
        <pc:spChg chg="mod">
          <ac:chgData name="Stephanie Smith" userId="b0a3bb81-5531-4f93-ac06-3bdcd97eb30d" providerId="ADAL" clId="{46474451-6D9E-4DCF-8BAB-6EFDD388CC54}" dt="2026-08-19T14:12:07.604" v="4902" actId="208"/>
          <ac:spMkLst>
            <pc:docMk/>
            <pc:sldMk cId="2824453868" sldId="2526"/>
            <ac:spMk id="40" creationId="{5453208C-EB97-C528-E04B-C3CCDB363FE9}"/>
          </ac:spMkLst>
        </pc:spChg>
        <pc:spChg chg="mod">
          <ac:chgData name="Stephanie Smith" userId="b0a3bb81-5531-4f93-ac06-3bdcd97eb30d" providerId="ADAL" clId="{46474451-6D9E-4DCF-8BAB-6EFDD388CC54}" dt="2026-08-19T14:12:07.704" v="4910"/>
          <ac:spMkLst>
            <pc:docMk/>
            <pc:sldMk cId="2824453868" sldId="2526"/>
            <ac:spMk id="41" creationId="{40E7059D-7626-1B97-B68A-EC4CC16408AF}"/>
          </ac:spMkLst>
        </pc:spChg>
        <pc:spChg chg="mod">
          <ac:chgData name="Stephanie Smith" userId="b0a3bb81-5531-4f93-ac06-3bdcd97eb30d" providerId="ADAL" clId="{46474451-6D9E-4DCF-8BAB-6EFDD388CC54}" dt="2026-08-19T14:12:07.883" v="4922"/>
          <ac:spMkLst>
            <pc:docMk/>
            <pc:sldMk cId="2824453868" sldId="2526"/>
            <ac:spMk id="43" creationId="{5D8B19FA-718B-B26B-3C68-46E15452D745}"/>
          </ac:spMkLst>
        </pc:spChg>
        <pc:spChg chg="mod">
          <ac:chgData name="Stephanie Smith" userId="b0a3bb81-5531-4f93-ac06-3bdcd97eb30d" providerId="ADAL" clId="{46474451-6D9E-4DCF-8BAB-6EFDD388CC54}" dt="2026-08-19T14:35:09.249" v="5142" actId="948"/>
          <ac:spMkLst>
            <pc:docMk/>
            <pc:sldMk cId="2824453868" sldId="2526"/>
            <ac:spMk id="44" creationId="{4DEA202B-D071-8F3D-BEDC-004DD2A47B54}"/>
          </ac:spMkLst>
        </pc:spChg>
        <pc:spChg chg="mod">
          <ac:chgData name="Stephanie Smith" userId="b0a3bb81-5531-4f93-ac06-3bdcd97eb30d" providerId="ADAL" clId="{46474451-6D9E-4DCF-8BAB-6EFDD388CC54}" dt="2026-08-19T14:35:09.409" v="5147" actId="948"/>
          <ac:spMkLst>
            <pc:docMk/>
            <pc:sldMk cId="2824453868" sldId="2526"/>
            <ac:spMk id="45" creationId="{3618DA36-4527-01B9-0F65-924ED326000F}"/>
          </ac:spMkLst>
        </pc:spChg>
        <pc:spChg chg="mod">
          <ac:chgData name="Stephanie Smith" userId="b0a3bb81-5531-4f93-ac06-3bdcd97eb30d" providerId="ADAL" clId="{46474451-6D9E-4DCF-8BAB-6EFDD388CC54}" dt="2026-08-19T14:12:08.528" v="4942"/>
          <ac:spMkLst>
            <pc:docMk/>
            <pc:sldMk cId="2824453868" sldId="2526"/>
            <ac:spMk id="46" creationId="{1025E1A1-0BC6-6C6C-5DD7-B2B62D2F8424}"/>
          </ac:spMkLst>
        </pc:spChg>
        <pc:spChg chg="mod">
          <ac:chgData name="Stephanie Smith" userId="b0a3bb81-5531-4f93-ac06-3bdcd97eb30d" providerId="ADAL" clId="{46474451-6D9E-4DCF-8BAB-6EFDD388CC54}" dt="2026-08-19T14:35:09.605" v="5152" actId="948"/>
          <ac:spMkLst>
            <pc:docMk/>
            <pc:sldMk cId="2824453868" sldId="2526"/>
            <ac:spMk id="47" creationId="{2843E4DD-987F-C4B3-9782-227301E7C9D4}"/>
          </ac:spMkLst>
        </pc:spChg>
        <pc:spChg chg="mod">
          <ac:chgData name="Stephanie Smith" userId="b0a3bb81-5531-4f93-ac06-3bdcd97eb30d" providerId="ADAL" clId="{46474451-6D9E-4DCF-8BAB-6EFDD388CC54}" dt="2026-08-19T14:35:09.809" v="5157" actId="948"/>
          <ac:spMkLst>
            <pc:docMk/>
            <pc:sldMk cId="2824453868" sldId="2526"/>
            <ac:spMk id="48" creationId="{400A2C6E-3318-6A9B-C150-DF6F15063F47}"/>
          </ac:spMkLst>
        </pc:spChg>
        <pc:spChg chg="del">
          <ac:chgData name="Stephanie Smith" userId="b0a3bb81-5531-4f93-ac06-3bdcd97eb30d" providerId="ADAL" clId="{46474451-6D9E-4DCF-8BAB-6EFDD388CC54}" dt="2026-08-19T14:12:09.305" v="4959"/>
          <ac:spMkLst>
            <pc:docMk/>
            <pc:sldMk cId="2824453868" sldId="2526"/>
            <ac:spMk id="49" creationId="{EB394521-0F26-15DE-4DD9-C6F1FEC572D2}"/>
          </ac:spMkLst>
        </pc:spChg>
        <pc:spChg chg="del">
          <ac:chgData name="Stephanie Smith" userId="b0a3bb81-5531-4f93-ac06-3bdcd97eb30d" providerId="ADAL" clId="{46474451-6D9E-4DCF-8BAB-6EFDD388CC54}" dt="2026-08-19T14:12:09.496" v="4961"/>
          <ac:spMkLst>
            <pc:docMk/>
            <pc:sldMk cId="2824453868" sldId="2526"/>
            <ac:spMk id="50" creationId="{6CADF170-76B5-E4A2-A003-5DA00D2C41B2}"/>
          </ac:spMkLst>
        </pc:spChg>
        <pc:spChg chg="del">
          <ac:chgData name="Stephanie Smith" userId="b0a3bb81-5531-4f93-ac06-3bdcd97eb30d" providerId="ADAL" clId="{46474451-6D9E-4DCF-8BAB-6EFDD388CC54}" dt="2026-08-19T14:12:09.768" v="4963"/>
          <ac:spMkLst>
            <pc:docMk/>
            <pc:sldMk cId="2824453868" sldId="2526"/>
            <ac:spMk id="51" creationId="{8026BDA7-87EF-57CA-A629-A151471036CD}"/>
          </ac:spMkLst>
        </pc:spChg>
        <pc:spChg chg="del">
          <ac:chgData name="Stephanie Smith" userId="b0a3bb81-5531-4f93-ac06-3bdcd97eb30d" providerId="ADAL" clId="{46474451-6D9E-4DCF-8BAB-6EFDD388CC54}" dt="2026-08-19T14:12:09.870" v="4964"/>
          <ac:spMkLst>
            <pc:docMk/>
            <pc:sldMk cId="2824453868" sldId="2526"/>
            <ac:spMk id="52" creationId="{562AC860-B5C8-20A6-941A-CE69A9D5DC51}"/>
          </ac:spMkLst>
        </pc:spChg>
        <pc:spChg chg="del">
          <ac:chgData name="Stephanie Smith" userId="b0a3bb81-5531-4f93-ac06-3bdcd97eb30d" providerId="ADAL" clId="{46474451-6D9E-4DCF-8BAB-6EFDD388CC54}" dt="2026-08-19T14:12:10.006" v="4966"/>
          <ac:spMkLst>
            <pc:docMk/>
            <pc:sldMk cId="2824453868" sldId="2526"/>
            <ac:spMk id="53" creationId="{FEC7AD2B-45F9-EF72-2569-628645E10A56}"/>
          </ac:spMkLst>
        </pc:spChg>
        <pc:spChg chg="mod ord">
          <ac:chgData name="Stephanie Smith" userId="b0a3bb81-5531-4f93-ac06-3bdcd97eb30d" providerId="ADAL" clId="{46474451-6D9E-4DCF-8BAB-6EFDD388CC54}" dt="2026-08-19T15:46:15.408" v="5662" actId="1076"/>
          <ac:spMkLst>
            <pc:docMk/>
            <pc:sldMk cId="2824453868" sldId="2526"/>
            <ac:spMk id="54" creationId="{68AE656F-22EB-79DD-7E37-ADFEE57C61F2}"/>
          </ac:spMkLst>
        </pc:spChg>
        <pc:grpChg chg="add mod">
          <ac:chgData name="Stephanie Smith" userId="b0a3bb81-5531-4f93-ac06-3bdcd97eb30d" providerId="ADAL" clId="{46474451-6D9E-4DCF-8BAB-6EFDD388CC54}" dt="2026-08-19T14:12:10.285" v="4972"/>
          <ac:grpSpMkLst>
            <pc:docMk/>
            <pc:sldMk cId="2824453868" sldId="2526"/>
            <ac:grpSpMk id="10" creationId="{6E93DD4B-2B7F-2FD5-8708-3A85FB0EE8E6}"/>
          </ac:grpSpMkLst>
        </pc:grpChg>
        <pc:grpChg chg="add mod">
          <ac:chgData name="Stephanie Smith" userId="b0a3bb81-5531-4f93-ac06-3bdcd97eb30d" providerId="ADAL" clId="{46474451-6D9E-4DCF-8BAB-6EFDD388CC54}" dt="2026-08-19T14:12:10.714" v="4993"/>
          <ac:grpSpMkLst>
            <pc:docMk/>
            <pc:sldMk cId="2824453868" sldId="2526"/>
            <ac:grpSpMk id="15" creationId="{0F732977-EC83-E91E-A314-37251199B527}"/>
          </ac:grpSpMkLst>
        </pc:grpChg>
        <pc:cxnChg chg="mod">
          <ac:chgData name="Stephanie Smith" userId="b0a3bb81-5531-4f93-ac06-3bdcd97eb30d" providerId="ADAL" clId="{46474451-6D9E-4DCF-8BAB-6EFDD388CC54}" dt="2026-08-19T14:12:10.714" v="4993"/>
          <ac:cxnSpMkLst>
            <pc:docMk/>
            <pc:sldMk cId="2824453868" sldId="2526"/>
            <ac:cxnSpMk id="20" creationId="{C767B46A-2EC4-F5FF-1EC3-2B114CCF5D56}"/>
          </ac:cxnSpMkLst>
        </pc:cxnChg>
        <pc:cxnChg chg="mod">
          <ac:chgData name="Stephanie Smith" userId="b0a3bb81-5531-4f93-ac06-3bdcd97eb30d" providerId="ADAL" clId="{46474451-6D9E-4DCF-8BAB-6EFDD388CC54}" dt="2026-08-19T14:12:07.790" v="4918"/>
          <ac:cxnSpMkLst>
            <pc:docMk/>
            <pc:sldMk cId="2824453868" sldId="2526"/>
            <ac:cxnSpMk id="42" creationId="{79E8377C-8A6E-F598-D078-CA78AEBD3217}"/>
          </ac:cxnSpMkLst>
        </pc:cxnChg>
      </pc:sldChg>
      <pc:sldChg chg="addSp delSp modSp add mod modNotes">
        <pc:chgData name="Stephanie Smith" userId="b0a3bb81-5531-4f93-ac06-3bdcd97eb30d" providerId="ADAL" clId="{46474451-6D9E-4DCF-8BAB-6EFDD388CC54}" dt="2026-08-19T15:47:15.004" v="5697" actId="1076"/>
        <pc:sldMkLst>
          <pc:docMk/>
          <pc:sldMk cId="2313983600" sldId="2527"/>
        </pc:sldMkLst>
        <pc:spChg chg="add mod ord">
          <ac:chgData name="Stephanie Smith" userId="b0a3bb81-5531-4f93-ac06-3bdcd97eb30d" providerId="ADAL" clId="{46474451-6D9E-4DCF-8BAB-6EFDD388CC54}" dt="2026-08-19T15:47:15.004" v="5697" actId="1076"/>
          <ac:spMkLst>
            <pc:docMk/>
            <pc:sldMk cId="2313983600" sldId="2527"/>
            <ac:spMk id="19" creationId="{F3A1982F-D181-1544-6F45-C96A6806C90A}"/>
          </ac:spMkLst>
        </pc:spChg>
        <pc:spChg chg="mod">
          <ac:chgData name="Stephanie Smith" userId="b0a3bb81-5531-4f93-ac06-3bdcd97eb30d" providerId="ADAL" clId="{46474451-6D9E-4DCF-8BAB-6EFDD388CC54}" dt="2026-08-19T14:35:10.591" v="5178" actId="948"/>
          <ac:spMkLst>
            <pc:docMk/>
            <pc:sldMk cId="2313983600" sldId="2527"/>
            <ac:spMk id="44" creationId="{DA5991A0-2D8B-EABB-A2D5-1253FC1BE178}"/>
          </ac:spMkLst>
        </pc:spChg>
        <pc:spChg chg="mod">
          <ac:chgData name="Stephanie Smith" userId="b0a3bb81-5531-4f93-ac06-3bdcd97eb30d" providerId="ADAL" clId="{46474451-6D9E-4DCF-8BAB-6EFDD388CC54}" dt="2026-08-19T14:35:10.833" v="5183" actId="948"/>
          <ac:spMkLst>
            <pc:docMk/>
            <pc:sldMk cId="2313983600" sldId="2527"/>
            <ac:spMk id="45" creationId="{F77E88F4-9242-7E6E-D888-97AC112A533C}"/>
          </ac:spMkLst>
        </pc:spChg>
        <pc:spChg chg="mod">
          <ac:chgData name="Stephanie Smith" userId="b0a3bb81-5531-4f93-ac06-3bdcd97eb30d" providerId="ADAL" clId="{46474451-6D9E-4DCF-8BAB-6EFDD388CC54}" dt="2026-08-19T14:35:10.985" v="5188" actId="948"/>
          <ac:spMkLst>
            <pc:docMk/>
            <pc:sldMk cId="2313983600" sldId="2527"/>
            <ac:spMk id="47" creationId="{1DF94A7E-F520-084B-1328-55DA60A82792}"/>
          </ac:spMkLst>
        </pc:spChg>
        <pc:spChg chg="mod">
          <ac:chgData name="Stephanie Smith" userId="b0a3bb81-5531-4f93-ac06-3bdcd97eb30d" providerId="ADAL" clId="{46474451-6D9E-4DCF-8BAB-6EFDD388CC54}" dt="2026-08-19T14:35:11.297" v="5193" actId="948"/>
          <ac:spMkLst>
            <pc:docMk/>
            <pc:sldMk cId="2313983600" sldId="2527"/>
            <ac:spMk id="48" creationId="{BB022968-F0C1-FA1C-D235-843E01C608D0}"/>
          </ac:spMkLst>
        </pc:spChg>
        <pc:spChg chg="mod">
          <ac:chgData name="Stephanie Smith" userId="b0a3bb81-5531-4f93-ac06-3bdcd97eb30d" providerId="ADAL" clId="{46474451-6D9E-4DCF-8BAB-6EFDD388CC54}" dt="2026-08-19T14:35:11.476" v="5198" actId="948"/>
          <ac:spMkLst>
            <pc:docMk/>
            <pc:sldMk cId="2313983600" sldId="2527"/>
            <ac:spMk id="50" creationId="{CC84059F-BE6D-7CA5-E763-06764C591A46}"/>
          </ac:spMkLst>
        </pc:spChg>
        <pc:spChg chg="mod">
          <ac:chgData name="Stephanie Smith" userId="b0a3bb81-5531-4f93-ac06-3bdcd97eb30d" providerId="ADAL" clId="{46474451-6D9E-4DCF-8BAB-6EFDD388CC54}" dt="2026-08-19T14:35:11.615" v="5203" actId="948"/>
          <ac:spMkLst>
            <pc:docMk/>
            <pc:sldMk cId="2313983600" sldId="2527"/>
            <ac:spMk id="51" creationId="{55CFC170-A5B8-719C-0F72-74A45DB81B7B}"/>
          </ac:spMkLst>
        </pc:spChg>
        <pc:spChg chg="del">
          <ac:chgData name="Stephanie Smith" userId="b0a3bb81-5531-4f93-ac06-3bdcd97eb30d" providerId="ADAL" clId="{46474451-6D9E-4DCF-8BAB-6EFDD388CC54}" dt="2026-08-19T14:12:11.568" v="5011"/>
          <ac:spMkLst>
            <pc:docMk/>
            <pc:sldMk cId="2313983600" sldId="2527"/>
            <ac:spMk id="54" creationId="{B3F267AB-05F0-76A9-C4C4-6A18109EF591}"/>
          </ac:spMkLst>
        </pc:spChg>
        <pc:grpChg chg="mod">
          <ac:chgData name="Stephanie Smith" userId="b0a3bb81-5531-4f93-ac06-3bdcd97eb30d" providerId="ADAL" clId="{46474451-6D9E-4DCF-8BAB-6EFDD388CC54}" dt="2026-08-19T15:46:56.391" v="5693" actId="1076"/>
          <ac:grpSpMkLst>
            <pc:docMk/>
            <pc:sldMk cId="2313983600" sldId="2527"/>
            <ac:grpSpMk id="14" creationId="{29174B49-374A-B171-C3BB-BEECCFBF142D}"/>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AF7CB-0B28-4ADD-9A06-2DDE12EABF49}"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83C95B-6B24-4D81-B861-612221647C47}" type="slidenum">
              <a:rPr lang="en-US" smtClean="0"/>
              <a:t>‹#›</a:t>
            </a:fld>
            <a:endParaRPr lang="en-US"/>
          </a:p>
        </p:txBody>
      </p:sp>
    </p:spTree>
    <p:extLst>
      <p:ext uri="{BB962C8B-B14F-4D97-AF65-F5344CB8AC3E}">
        <p14:creationId xmlns:p14="http://schemas.microsoft.com/office/powerpoint/2010/main" val="1381927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83C95B-6B24-4D81-B861-612221647C47}" type="slidenum">
              <a:rPr lang="en-US" smtClean="0"/>
              <a:t>1</a:t>
            </a:fld>
            <a:endParaRPr lang="en-US"/>
          </a:p>
        </p:txBody>
      </p:sp>
    </p:spTree>
    <p:extLst>
      <p:ext uri="{BB962C8B-B14F-4D97-AF65-F5344CB8AC3E}">
        <p14:creationId xmlns:p14="http://schemas.microsoft.com/office/powerpoint/2010/main" val="2038392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a:t>
            </a:r>
          </a:p>
          <a:p>
            <a:r>
              <a:rPr lang="en-US"/>
              <a:t>The report supports three decisions: manage cost, manage capacity, and optimize allocation. </a:t>
            </a:r>
          </a:p>
          <a:p>
            <a:r>
              <a:rPr lang="en-US"/>
              <a:t>Under cost, the Credit Chargeback page attributes per-user over-limit cost through the headline Chargeback KPI; Billing Models separately compares PAYGO, Prepaid, and Hybrid scenarios. </a:t>
            </a:r>
          </a:p>
          <a:p>
            <a:r>
              <a:rPr lang="en-US"/>
              <a:t>Under capacity, identify near-limit users and project when demand crosses capacity. </a:t>
            </a:r>
          </a:p>
          <a:p>
            <a:r>
              <a:rPr lang="en-US"/>
              <a:t>Under allocation, right-size allowances and test how a procured prepaid pool is distributed. </a:t>
            </a:r>
          </a:p>
        </p:txBody>
      </p:sp>
      <p:sp>
        <p:nvSpPr>
          <p:cNvPr id="4" name="Slide Number Placeholder 3"/>
          <p:cNvSpPr>
            <a:spLocks noGrp="1"/>
          </p:cNvSpPr>
          <p:nvPr>
            <p:ph type="sldNum" sz="quarter" idx="5"/>
          </p:nvPr>
        </p:nvSpPr>
        <p:spPr/>
        <p:txBody>
          <a:bodyPr/>
          <a:lstStyle/>
          <a:p>
            <a:fld id="{CDFEF65B-A3C3-405C-AF6B-AA55C3B66D0F}" type="slidenum">
              <a:t>2</a:t>
            </a:fld>
            <a:endParaRPr lang="en-US"/>
          </a:p>
        </p:txBody>
      </p:sp>
    </p:spTree>
    <p:extLst>
      <p:ext uri="{BB962C8B-B14F-4D97-AF65-F5344CB8AC3E}">
        <p14:creationId xmlns:p14="http://schemas.microsoft.com/office/powerpoint/2010/main" val="1718190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DIVIDER</a:t>
            </a:r>
          </a:p>
          <a:p>
            <a:r>
              <a:rPr lang="en-US"/>
              <a:t>Transition from what the audience sees to where the numbers come from. Keep this concise: CreditCsvPath points to the Copilot credit consumption export, EntraCsvPath points to the Microsoft Entra directory export, and the report refresh joins usage to organization context.</a:t>
            </a:r>
          </a:p>
          <a:p>
            <a:r>
              <a:rPr lang="en-US"/>
              <a:t>Timing: about 15 seconds.</a:t>
            </a:r>
          </a:p>
        </p:txBody>
      </p:sp>
      <p:sp>
        <p:nvSpPr>
          <p:cNvPr id="4" name="Slide Number Placeholder 3"/>
          <p:cNvSpPr>
            <a:spLocks noGrp="1"/>
          </p:cNvSpPr>
          <p:nvPr>
            <p:ph type="sldNum" sz="quarter" idx="5"/>
          </p:nvPr>
        </p:nvSpPr>
        <p:spPr/>
        <p:txBody>
          <a:bodyPr/>
          <a:lstStyle/>
          <a:p>
            <a:fld id="{CDFEF65B-A3C3-405C-AF6B-AA55C3B66D0F}" type="slidenum">
              <a:t>3</a:t>
            </a:fld>
            <a:endParaRPr lang="en-US"/>
          </a:p>
        </p:txBody>
      </p:sp>
    </p:spTree>
    <p:extLst>
      <p:ext uri="{BB962C8B-B14F-4D97-AF65-F5344CB8AC3E}">
        <p14:creationId xmlns:p14="http://schemas.microsoft.com/office/powerpoint/2010/main" val="2299545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a:t>
            </a:r>
          </a:p>
          <a:p>
            <a:r>
              <a:rPr lang="en-US"/>
              <a:t>Only two familiar exports are required. CreditCsvPath points to the Copilot credit consumption export from the Microsoft 365 Admin Center. EntraCsvPath points to the Microsoft Entra directory export, which adds department, job title, city, country, and manager. Preserve the expected columns, update the paths, refresh, validate the source period, and publish. The refresh remains CSV-based and parameter-driven.</a:t>
            </a:r>
          </a:p>
          <a:p>
            <a:r>
              <a:rPr lang="en-US"/>
              <a:t>Timing: about 2 minutes.</a:t>
            </a:r>
          </a:p>
        </p:txBody>
      </p:sp>
      <p:sp>
        <p:nvSpPr>
          <p:cNvPr id="4" name="Slide Number Placeholder 3"/>
          <p:cNvSpPr>
            <a:spLocks noGrp="1"/>
          </p:cNvSpPr>
          <p:nvPr>
            <p:ph type="sldNum" sz="quarter" idx="5"/>
          </p:nvPr>
        </p:nvSpPr>
        <p:spPr/>
        <p:txBody>
          <a:bodyPr/>
          <a:lstStyle/>
          <a:p>
            <a:fld id="{CDFEF65B-A3C3-405C-AF6B-AA55C3B66D0F}" type="slidenum">
              <a:t>4</a:t>
            </a:fld>
            <a:endParaRPr lang="en-US"/>
          </a:p>
        </p:txBody>
      </p:sp>
    </p:spTree>
    <p:extLst>
      <p:ext uri="{BB962C8B-B14F-4D97-AF65-F5344CB8AC3E}">
        <p14:creationId xmlns:p14="http://schemas.microsoft.com/office/powerpoint/2010/main" val="1184032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a:t>
            </a:r>
          </a:p>
          <a:p>
            <a:r>
              <a:rPr lang="en-US"/>
              <a:t>The CSV files do not need to be open. In fact, close them in Excel before refresh so Power BI can read them without a file lock. Open the template, set CreditCsvPath and EntraCsvPath to the full file paths, apply the parameters, and refresh.</a:t>
            </a:r>
          </a:p>
          <a:p>
            <a:endParaRPr lang="en-US"/>
          </a:p>
          <a:p>
            <a:r>
              <a:rPr lang="en-US"/>
              <a:t>For later periods, overwrite approved files in place and refresh, or update the paths through Home &gt; Transform data &gt; Manage parameters. Routine updates do not require a semantic-model change.</a:t>
            </a:r>
          </a:p>
          <a:p>
            <a:endParaRPr lang="en-US"/>
          </a:p>
          <a:p>
            <a:r>
              <a:rPr lang="en-US"/>
              <a:t>Timing: about 2 minutes.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89127C-577E-4C72-A5EE-41837DDE98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57764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a:t>
            </a:r>
          </a:p>
          <a:p>
            <a:r>
              <a:rPr lang="en-US"/>
              <a:t>Row-Level Security gives finance and program leads the All Org view, while Department Admin is scoped by the security filter. Test both roles before publishing and bind the intended groups. Workspace admins and report owners retain broad access. Pair this access check with the reporting-cycle refresh: replace the two exports, confirm CreditCsvPath and EntraCsvPath, refresh, and validate the source period and financial assumptions.</a:t>
            </a:r>
          </a:p>
          <a:p>
            <a:r>
              <a:rPr lang="en-US"/>
              <a:t>Timing: about 2 minutes.</a:t>
            </a:r>
          </a:p>
        </p:txBody>
      </p:sp>
      <p:sp>
        <p:nvSpPr>
          <p:cNvPr id="4" name="Slide Number Placeholder 3"/>
          <p:cNvSpPr>
            <a:spLocks noGrp="1"/>
          </p:cNvSpPr>
          <p:nvPr>
            <p:ph type="sldNum" sz="quarter" idx="5"/>
          </p:nvPr>
        </p:nvSpPr>
        <p:spPr/>
        <p:txBody>
          <a:bodyPr/>
          <a:lstStyle/>
          <a:p>
            <a:fld id="{CDFEF65B-A3C3-405C-AF6B-AA55C3B66D0F}" type="slidenum">
              <a:t>6</a:t>
            </a:fld>
            <a:endParaRPr lang="en-US"/>
          </a:p>
        </p:txBody>
      </p:sp>
    </p:spTree>
    <p:extLst>
      <p:ext uri="{BB962C8B-B14F-4D97-AF65-F5344CB8AC3E}">
        <p14:creationId xmlns:p14="http://schemas.microsoft.com/office/powerpoint/2010/main" val="3726078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DIVIDER</a:t>
            </a:r>
          </a:p>
          <a:p>
            <a:r>
              <a:rPr lang="en-US"/>
              <a:t>The report is the main walkthrough. Begin with shared controls and the correct Chargeback rule, then move through Consumption, Chargeback, Optimization &amp; Limits, Forecast (Credits), Billing Models, Prepaid Allocation, Glossary, and the hidden FOCUS Cost View.</a:t>
            </a:r>
          </a:p>
          <a:p>
            <a:r>
              <a:rPr lang="en-US"/>
              <a:t>Timing: about 15 seconds.</a:t>
            </a:r>
          </a:p>
        </p:txBody>
      </p:sp>
      <p:sp>
        <p:nvSpPr>
          <p:cNvPr id="4" name="Slide Number Placeholder 3"/>
          <p:cNvSpPr>
            <a:spLocks noGrp="1"/>
          </p:cNvSpPr>
          <p:nvPr>
            <p:ph type="sldNum" sz="quarter" idx="5"/>
          </p:nvPr>
        </p:nvSpPr>
        <p:spPr/>
        <p:txBody>
          <a:bodyPr/>
          <a:lstStyle/>
          <a:p>
            <a:fld id="{CDFEF65B-A3C3-405C-AF6B-AA55C3B66D0F}" type="slidenum">
              <a:t>7</a:t>
            </a:fld>
            <a:endParaRPr lang="en-US"/>
          </a:p>
        </p:txBody>
      </p:sp>
    </p:spTree>
    <p:extLst>
      <p:ext uri="{BB962C8B-B14F-4D97-AF65-F5344CB8AC3E}">
        <p14:creationId xmlns:p14="http://schemas.microsoft.com/office/powerpoint/2010/main" val="2299545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a:t>
            </a:r>
          </a:p>
          <a:p>
            <a:r>
              <a:rPr lang="en-US"/>
              <a:t>The pages follow a decision path: Consumption shows usage versus allowance; Credit Chargeback isolates the per-user over-limit cost KPI; Optimization and Forecast address capacity; Billing Models compares PAYGO, Prepaid, and Hybrid scenarios; Prepaid Allocation distributes a procured pool and shows coverage versus PAYGO gap. These are related views, not one combined calculation.</a:t>
            </a:r>
          </a:p>
          <a:p>
            <a:r>
              <a:rPr lang="en-US"/>
              <a:t>Slice By changes the organizational lens. Rate per Credit reprices dollar measures without changing usage. Usage Intensity narrows the selected cohort.</a:t>
            </a:r>
          </a:p>
          <a:p>
            <a:r>
              <a:rPr lang="en-US"/>
              <a:t>Timing: about 2 minutes.</a:t>
            </a:r>
          </a:p>
        </p:txBody>
      </p:sp>
      <p:sp>
        <p:nvSpPr>
          <p:cNvPr id="4" name="Slide Number Placeholder 3"/>
          <p:cNvSpPr>
            <a:spLocks noGrp="1"/>
          </p:cNvSpPr>
          <p:nvPr>
            <p:ph type="sldNum" sz="quarter" idx="5"/>
          </p:nvPr>
        </p:nvSpPr>
        <p:spPr/>
        <p:txBody>
          <a:bodyPr/>
          <a:lstStyle/>
          <a:p>
            <a:fld id="{8B83C95B-6B24-4D81-B861-612221647C47}" type="slidenum">
              <a:rPr lang="en-US" smtClean="0"/>
              <a:t>8</a:t>
            </a:fld>
            <a:endParaRPr lang="en-US"/>
          </a:p>
        </p:txBody>
      </p:sp>
    </p:spTree>
    <p:extLst>
      <p:ext uri="{BB962C8B-B14F-4D97-AF65-F5344CB8AC3E}">
        <p14:creationId xmlns:p14="http://schemas.microsoft.com/office/powerpoint/2010/main" val="2170830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a:t>
            </a:r>
          </a:p>
          <a:p>
            <a:r>
              <a:rPr lang="en-US"/>
              <a:t>WHAT THIS PAGE IS FOR</a:t>
            </a:r>
          </a:p>
          <a:p>
            <a:r>
              <a:rPr lang="en-US"/>
              <a:t>Compare each department's credit use with its allowance and see who is above, near, or below it.</a:t>
            </a:r>
          </a:p>
          <a:p>
            <a:r>
              <a:rPr lang="en-US"/>
              <a:t>WHAT TO LOOK FOR</a:t>
            </a:r>
          </a:p>
          <a:p>
            <a:r>
              <a:rPr lang="en-US"/>
              <a:t>Scan department totals, then expand a department to inspect individual usage. A department can be under its aggregate allowance while individual users are over their limits.</a:t>
            </a:r>
          </a:p>
          <a:p>
            <a:r>
              <a:rPr lang="en-US"/>
              <a:t>WHAT ACTION TO TAKE</a:t>
            </a:r>
          </a:p>
          <a:p>
            <a:r>
              <a:rPr lang="en-US"/>
              <a:t>Expand an over-limit department, identify the users driving demand, and target allowance increases only where the detail supports them.</a:t>
            </a:r>
          </a:p>
          <a:p>
            <a:r>
              <a:rPr lang="en-US"/>
              <a:t>Timing: about 2 minutes.</a:t>
            </a:r>
          </a:p>
        </p:txBody>
      </p:sp>
      <p:sp>
        <p:nvSpPr>
          <p:cNvPr id="4" name="Slide Number Placeholder 3"/>
          <p:cNvSpPr>
            <a:spLocks noGrp="1"/>
          </p:cNvSpPr>
          <p:nvPr>
            <p:ph type="sldNum" sz="quarter" idx="5"/>
          </p:nvPr>
        </p:nvSpPr>
        <p:spPr/>
        <p:txBody>
          <a:bodyPr/>
          <a:lstStyle/>
          <a:p>
            <a:fld id="{8B83C95B-6B24-4D81-B861-612221647C47}" type="slidenum">
              <a:rPr lang="en-US" smtClean="0"/>
              <a:t>9</a:t>
            </a:fld>
            <a:endParaRPr lang="en-US"/>
          </a:p>
        </p:txBody>
      </p:sp>
    </p:spTree>
    <p:extLst>
      <p:ext uri="{BB962C8B-B14F-4D97-AF65-F5344CB8AC3E}">
        <p14:creationId xmlns:p14="http://schemas.microsoft.com/office/powerpoint/2010/main" val="1292885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25E49-959B-C837-898C-82FBB21F9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A2FDB0-27D5-68BE-1ABF-849B61BA8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97F39-5DF4-155E-E43C-7E4E8E5ECAE1}"/>
              </a:ext>
            </a:extLst>
          </p:cNvPr>
          <p:cNvSpPr>
            <a:spLocks noGrp="1"/>
          </p:cNvSpPr>
          <p:nvPr>
            <p:ph type="body" idx="1"/>
          </p:nvPr>
        </p:nvSpPr>
        <p:spPr/>
        <p:txBody>
          <a:bodyPr/>
          <a:lstStyle/>
          <a:p>
            <a:r>
              <a:rPr lang="en-US"/>
              <a:t>TALK TRACK</a:t>
            </a:r>
          </a:p>
          <a:p>
            <a:r>
              <a:rPr lang="en-US"/>
              <a:t>WHAT THIS PAGE IS FOR</a:t>
            </a:r>
          </a:p>
          <a:p>
            <a:r>
              <a:rPr lang="en-US"/>
              <a:t>Model PAYGO Chargeback at the configured rate. Chargeback is overage-only, not full-consumption cost.</a:t>
            </a:r>
          </a:p>
          <a:p>
            <a:r>
              <a:rPr lang="en-US"/>
              <a:t>WHAT TO LOOK FOR</a:t>
            </a:r>
          </a:p>
          <a:p>
            <a:r>
              <a:rPr lang="en-US"/>
              <a:t>Read credits over limit, % Users Over Limit, and Chargeback. Compare the bars with the line to distinguish concentrated outliers from broad exposure.</a:t>
            </a:r>
          </a:p>
          <a:p>
            <a:r>
              <a:rPr lang="en-US"/>
              <a:t>WHAT ACTION TO TAKE</a:t>
            </a:r>
          </a:p>
          <a:p>
            <a:r>
              <a:rPr lang="en-US"/>
              <a:t>Use overage-only Chargeback to allocate the monthly bill and focus manager follow-up on the groups driving it.</a:t>
            </a:r>
          </a:p>
          <a:p>
            <a:r>
              <a:rPr lang="en-US"/>
              <a:t>Timing: about 2 minutes.</a:t>
            </a:r>
          </a:p>
        </p:txBody>
      </p:sp>
      <p:sp>
        <p:nvSpPr>
          <p:cNvPr id="4" name="Slide Number Placeholder 3">
            <a:extLst>
              <a:ext uri="{FF2B5EF4-FFF2-40B4-BE49-F238E27FC236}">
                <a16:creationId xmlns:a16="http://schemas.microsoft.com/office/drawing/2014/main" id="{E238156E-83A5-2CFA-8858-901309E33110}"/>
              </a:ext>
            </a:extLst>
          </p:cNvPr>
          <p:cNvSpPr>
            <a:spLocks noGrp="1"/>
          </p:cNvSpPr>
          <p:nvPr>
            <p:ph type="sldNum" sz="quarter" idx="5"/>
          </p:nvPr>
        </p:nvSpPr>
        <p:spPr/>
        <p:txBody>
          <a:bodyPr/>
          <a:lstStyle/>
          <a:p>
            <a:fld id="{8B83C95B-6B24-4D81-B861-612221647C47}" type="slidenum">
              <a:rPr lang="en-US" smtClean="0"/>
              <a:t>10</a:t>
            </a:fld>
            <a:endParaRPr lang="en-US"/>
          </a:p>
        </p:txBody>
      </p:sp>
    </p:spTree>
    <p:extLst>
      <p:ext uri="{BB962C8B-B14F-4D97-AF65-F5344CB8AC3E}">
        <p14:creationId xmlns:p14="http://schemas.microsoft.com/office/powerpoint/2010/main" val="1366279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a:t>
            </a:r>
          </a:p>
          <a:p>
            <a:r>
              <a:rPr lang="en-US"/>
              <a:t>WHAT THIS PAGE IS FOR</a:t>
            </a:r>
          </a:p>
          <a:p>
            <a:r>
              <a:rPr lang="en-US"/>
              <a:t>Test how a prepaid pool is allocated and where PAYGO gaps remain.</a:t>
            </a:r>
          </a:p>
          <a:p>
            <a:r>
              <a:rPr lang="en-US"/>
              <a:t>WHAT TO LOOK FOR</a:t>
            </a:r>
          </a:p>
          <a:p>
            <a:r>
              <a:rPr lang="en-US"/>
              <a:t>Toggle Prorated based on credits used, Prorated based on employee count, and Limited to budgeted allowances. Compare prepaid coverage, PAYGO overage, and total cost by team.</a:t>
            </a:r>
          </a:p>
          <a:p>
            <a:r>
              <a:rPr lang="en-US"/>
              <a:t>WHAT ACTION TO TAKE</a:t>
            </a:r>
          </a:p>
          <a:p>
            <a:r>
              <a:rPr lang="en-US"/>
              <a:t>Choose the allocation policy that matches the operating model, size the prepaid pool, and budget for remaining PAYGO overage.</a:t>
            </a:r>
          </a:p>
          <a:p>
            <a:r>
              <a:rPr lang="en-US"/>
              <a:t>Timing: about 2 minutes.</a:t>
            </a:r>
          </a:p>
        </p:txBody>
      </p:sp>
      <p:sp>
        <p:nvSpPr>
          <p:cNvPr id="4" name="Slide Number Placeholder 3"/>
          <p:cNvSpPr>
            <a:spLocks noGrp="1"/>
          </p:cNvSpPr>
          <p:nvPr>
            <p:ph type="sldNum" sz="quarter" idx="5"/>
          </p:nvPr>
        </p:nvSpPr>
        <p:spPr/>
        <p:txBody>
          <a:bodyPr/>
          <a:lstStyle/>
          <a:p>
            <a:fld id="{8B83C95B-6B24-4D81-B861-612221647C47}" type="slidenum">
              <a:rPr lang="en-US" smtClean="0"/>
              <a:t>11</a:t>
            </a:fld>
            <a:endParaRPr lang="en-US"/>
          </a:p>
        </p:txBody>
      </p:sp>
    </p:spTree>
    <p:extLst>
      <p:ext uri="{BB962C8B-B14F-4D97-AF65-F5344CB8AC3E}">
        <p14:creationId xmlns:p14="http://schemas.microsoft.com/office/powerpoint/2010/main" val="876005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a:t>
            </a:r>
          </a:p>
          <a:p>
            <a:r>
              <a:rPr lang="en-US"/>
              <a:t>WHAT THIS PAGE IS FOR</a:t>
            </a:r>
          </a:p>
          <a:p>
            <a:r>
              <a:rPr lang="en-US"/>
              <a:t>Catch near-limit and over-limit users before month-end and identify allowances that may not match sustained demand.</a:t>
            </a:r>
          </a:p>
          <a:p>
            <a:r>
              <a:rPr lang="en-US"/>
              <a:t>WHAT TO LOOK FOR</a:t>
            </a:r>
          </a:p>
          <a:p>
            <a:r>
              <a:rPr lang="en-US"/>
              <a:t>Scan the 90-100% and over-100% bands, then review the user watchlist and unused credits by group. Investigate role, workflow, automation pattern, and seasonality.</a:t>
            </a:r>
          </a:p>
          <a:p>
            <a:r>
              <a:rPr lang="en-US"/>
              <a:t>WHAT ACTION TO TAKE</a:t>
            </a:r>
          </a:p>
          <a:p>
            <a:r>
              <a:rPr lang="en-US"/>
              <a:t>Contact near-limit users before month-end; approve justified boosts and reclaim credits that remain consistently unused.</a:t>
            </a:r>
          </a:p>
          <a:p>
            <a:r>
              <a:rPr lang="en-US"/>
              <a:t>Timing: about 2 minutes.</a:t>
            </a:r>
          </a:p>
        </p:txBody>
      </p:sp>
      <p:sp>
        <p:nvSpPr>
          <p:cNvPr id="4" name="Slide Number Placeholder 3"/>
          <p:cNvSpPr>
            <a:spLocks noGrp="1"/>
          </p:cNvSpPr>
          <p:nvPr>
            <p:ph type="sldNum" sz="quarter" idx="5"/>
          </p:nvPr>
        </p:nvSpPr>
        <p:spPr/>
        <p:txBody>
          <a:bodyPr/>
          <a:lstStyle/>
          <a:p>
            <a:fld id="{8B83C95B-6B24-4D81-B861-612221647C47}" type="slidenum">
              <a:rPr lang="en-US" smtClean="0"/>
              <a:t>12</a:t>
            </a:fld>
            <a:endParaRPr lang="en-US"/>
          </a:p>
        </p:txBody>
      </p:sp>
    </p:spTree>
    <p:extLst>
      <p:ext uri="{BB962C8B-B14F-4D97-AF65-F5344CB8AC3E}">
        <p14:creationId xmlns:p14="http://schemas.microsoft.com/office/powerpoint/2010/main" val="858542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a:t>
            </a:r>
          </a:p>
          <a:p>
            <a:r>
              <a:rPr lang="en-US"/>
              <a:t>WHAT THIS PAGE IS FOR</a:t>
            </a:r>
          </a:p>
          <a:p>
            <a:r>
              <a:rPr lang="en-US"/>
              <a:t>Test future credit demand against prepaid capacity over a selected horizon. This is a scenario, not a prediction.</a:t>
            </a:r>
          </a:p>
          <a:p>
            <a:r>
              <a:rPr lang="en-US"/>
              <a:t>WHAT TO LOOK FOR</a:t>
            </a:r>
          </a:p>
          <a:p>
            <a:r>
              <a:rPr lang="en-US"/>
              <a:t>Compare current and projected credits, Utilization vs Capacity, and the demand curve against the prepaid line. Note whether and when demand approaches or exceeds capacity.</a:t>
            </a:r>
          </a:p>
          <a:p>
            <a:r>
              <a:rPr lang="en-US"/>
              <a:t>WHAT ACTION TO TAKE</a:t>
            </a:r>
          </a:p>
          <a:p>
            <a:r>
              <a:rPr lang="en-US"/>
              <a:t>Compare 3-, 6-, 9-, and 12-month scenarios and schedule a capacity review before projected demand reaches the prepaid commitment.</a:t>
            </a:r>
          </a:p>
          <a:p>
            <a:r>
              <a:rPr lang="en-US"/>
              <a:t>Timing: about 2 minutes.</a:t>
            </a:r>
          </a:p>
        </p:txBody>
      </p:sp>
      <p:sp>
        <p:nvSpPr>
          <p:cNvPr id="4" name="Slide Number Placeholder 3"/>
          <p:cNvSpPr>
            <a:spLocks noGrp="1"/>
          </p:cNvSpPr>
          <p:nvPr>
            <p:ph type="sldNum" sz="quarter" idx="5"/>
          </p:nvPr>
        </p:nvSpPr>
        <p:spPr/>
        <p:txBody>
          <a:bodyPr/>
          <a:lstStyle/>
          <a:p>
            <a:fld id="{8B83C95B-6B24-4D81-B861-612221647C47}" type="slidenum">
              <a:rPr lang="en-US" smtClean="0"/>
              <a:t>13</a:t>
            </a:fld>
            <a:endParaRPr lang="en-US"/>
          </a:p>
        </p:txBody>
      </p:sp>
    </p:spTree>
    <p:extLst>
      <p:ext uri="{BB962C8B-B14F-4D97-AF65-F5344CB8AC3E}">
        <p14:creationId xmlns:p14="http://schemas.microsoft.com/office/powerpoint/2010/main" val="3097395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772CB-A7AD-27B2-8B78-074DA1DE2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2A85D-B256-02BC-5FA3-E7B93808FB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DCEDB-96BD-9AEE-38D6-F3A9508373FE}"/>
              </a:ext>
            </a:extLst>
          </p:cNvPr>
          <p:cNvSpPr>
            <a:spLocks noGrp="1"/>
          </p:cNvSpPr>
          <p:nvPr>
            <p:ph type="body" idx="1"/>
          </p:nvPr>
        </p:nvSpPr>
        <p:spPr/>
        <p:txBody>
          <a:bodyPr/>
          <a:lstStyle/>
          <a:p>
            <a:r>
              <a:rPr lang="en-US"/>
              <a:t>SECTION DIVIDER</a:t>
            </a:r>
          </a:p>
          <a:p>
            <a:r>
              <a:rPr lang="en-US"/>
              <a:t>The report is the main walkthrough. Begin with shared controls and the correct Chargeback rule, then move through Consumption, Chargeback, Optimization &amp; Limits, Forecast (Credits), Billing Models, Prepaid Allocation, Glossary, and the hidden FOCUS Cost View.</a:t>
            </a:r>
          </a:p>
          <a:p>
            <a:r>
              <a:rPr lang="en-US"/>
              <a:t>Timing: about 15 seconds.</a:t>
            </a:r>
          </a:p>
        </p:txBody>
      </p:sp>
      <p:sp>
        <p:nvSpPr>
          <p:cNvPr id="4" name="Slide Number Placeholder 3">
            <a:extLst>
              <a:ext uri="{FF2B5EF4-FFF2-40B4-BE49-F238E27FC236}">
                <a16:creationId xmlns:a16="http://schemas.microsoft.com/office/drawing/2014/main" id="{E8084C5D-0914-7901-C0EB-C914C6807A2B}"/>
              </a:ext>
            </a:extLst>
          </p:cNvPr>
          <p:cNvSpPr>
            <a:spLocks noGrp="1"/>
          </p:cNvSpPr>
          <p:nvPr>
            <p:ph type="sldNum" sz="quarter" idx="5"/>
          </p:nvPr>
        </p:nvSpPr>
        <p:spPr/>
        <p:txBody>
          <a:bodyPr/>
          <a:lstStyle/>
          <a:p>
            <a:fld id="{CDFEF65B-A3C3-405C-AF6B-AA55C3B66D0F}" type="slidenum">
              <a:t>14</a:t>
            </a:fld>
            <a:endParaRPr lang="en-US"/>
          </a:p>
        </p:txBody>
      </p:sp>
    </p:spTree>
    <p:extLst>
      <p:ext uri="{BB962C8B-B14F-4D97-AF65-F5344CB8AC3E}">
        <p14:creationId xmlns:p14="http://schemas.microsoft.com/office/powerpoint/2010/main" val="942761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three. Three tools, one shared pair of inputs, and the whole thing opens in a browser tab. Say the two headline points before anything else. First, there is a live interactive demo, so you can click into it on a call without provisioning anything. Second, no customer data ever leaves the tenant. The apps are plain HTML and JavaScript running client-side; the file the customer picks is parsed in browser memory and cached there. Nothing is posted to a server, there is no backend, and closing the tab clears it. That answers the security question before it gets asked, and it is usually the question that decides whether you get a second meeting. Then the picker: Chargeback answers bill this department and is the only one with a Power BI version. FinOps answers show Cowork next to our other cloud spend, so reach for it when the customer already has a FinOps practice. Policy Helper is the follow-up to either. The Usage Tracker that used to sit here is retired, superseded by the Consumption Dashboard in Viva Insights on slide five.</a:t>
            </a:r>
          </a:p>
        </p:txBody>
      </p:sp>
      <p:sp>
        <p:nvSpPr>
          <p:cNvPr id="4" name="Slide Number Placeholder 3"/>
          <p:cNvSpPr>
            <a:spLocks noGrp="1"/>
          </p:cNvSpPr>
          <p:nvPr>
            <p:ph type="sldNum" sz="quarter" idx="5"/>
          </p:nvPr>
        </p:nvSpPr>
        <p:spPr/>
        <p:txBody>
          <a:bodyPr/>
          <a:lstStyle/>
          <a:p>
            <a:fld id="{051ABE6A-0A5F-484F-902E-793DC21094B6}" type="slidenum">
              <a:t>15</a:t>
            </a:fld>
            <a:endParaRPr lang="en-US"/>
          </a:p>
        </p:txBody>
      </p:sp>
    </p:spTree>
    <p:extLst>
      <p:ext uri="{BB962C8B-B14F-4D97-AF65-F5344CB8AC3E}">
        <p14:creationId xmlns:p14="http://schemas.microsoft.com/office/powerpoint/2010/main" val="1400452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enablement slide. Lead with the objection you will actually hit, which is security, and kill it in one line: the apps are client-side HTML, the customer's file is parsed in browser memory, there is no backend to post to and closing the tab clears it. Nothing leaves the tenant. Say it plainly and early, because until that lands nobody hears the rest. Second point is friction. There is a public URL with a live demo already loaded with sample data, so you can run this on a Teams call today with no provisioning and no licence. That is the difference between a demo this week and a demo next quarter. Third is exports, and this is the one people underestimate. Every view exports to CSV for finance, to a workbook for analysts, and to a one-page summary for the exec. The customer walks away holding an artifact, which is what turns a demo into a follow-up meeting. Be honest about the boundary: this is not a system of record. The Microsoft 365 admin center is still the invoice. These tools make that invoice explainable and allocable, and saying so up front buys you credibility.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this as a live demo rather than reading it. Step one matters most: open the app and hit Load demo data, so the customer sees a populated report before you ask them for a single file. People say yes to something they have already seen working. Steps two and three are the only prerequisites, and they are the same two files for all three tools. The Cowork consumption export comes out of the Microsoft 365 admin center. The org file comes from Entra and needs user, department and cost center. If the customer has cost centers in Workday or SAP rather than Entra, that export works too, it just needs the user identifier to match. Step four is the moment worth pausing on. The files are dropped onto the page, not uploaded, and the report renders in seconds on their own machine. Step five: map the cut-by column once and everything downstream follows it. Then export. One practical note: if the customer cannot share the export on the call, send them the link and let them run it themselves. It works exactly the same and they never have to hand you data.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section on outputs, because that is what the customer actually keeps. The allocation table is the main event: Cowork spend split by department, cost center and person, reconciled against the invoice. That is the artifact finance has been asking for and could not produce. Then match the export to the person in the room, because handing the wrong one out is how these stall. Finance wants the CSV, it goes straight into the month-end journal with no rekeying. Analysts want the full workbook, because they will not trust a summary they cannot rebuild, and giving them every row buys trust fast. Executives want the one-page summary, and the reason that one matters is it gets forwarded. That is how this spreads inside an account without you in the room. IT and AI admins want the policy roster, which is the point-in-time record of who was on which policy, and it is what they need at audit. Practical close: send the hub link, ask whether they need to bill a department or see all AI spend in one place, and let that answer pick the app. These carry the weekly checkpoints in weeks four to six and the evidence you need at closeout.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a:t>
            </a:r>
          </a:p>
          <a:p>
            <a:r>
              <a:rPr lang="en-US"/>
              <a:t>Close by offering next steps: share the Cowork Chargeback report link, walk through the two CSV exports, or validate Rate per Credit, prepaid assumptions, Allocation Model, and source period. Restate the key distinction: the Credit Chargeback headline KPI is per-user over-limit cost; Billing Models and Prepaid Allocation are separate scenario views.</a:t>
            </a:r>
          </a:p>
          <a:p>
            <a:r>
              <a:rPr lang="en-US"/>
              <a:t>Timing: open-ended.</a:t>
            </a:r>
          </a:p>
        </p:txBody>
      </p:sp>
      <p:sp>
        <p:nvSpPr>
          <p:cNvPr id="4" name="Slide Number Placeholder 3"/>
          <p:cNvSpPr>
            <a:spLocks noGrp="1"/>
          </p:cNvSpPr>
          <p:nvPr>
            <p:ph type="sldNum" sz="quarter" idx="5"/>
          </p:nvPr>
        </p:nvSpPr>
        <p:spPr/>
        <p:txBody>
          <a:bodyPr/>
          <a:lstStyle/>
          <a:p>
            <a:fld id="{CDFEF65B-A3C3-405C-AF6B-AA55C3B66D0F}" type="slidenum">
              <a:t>19</a:t>
            </a:fld>
            <a:endParaRPr lang="en-US"/>
          </a:p>
        </p:txBody>
      </p:sp>
    </p:spTree>
    <p:extLst>
      <p:ext uri="{BB962C8B-B14F-4D97-AF65-F5344CB8AC3E}">
        <p14:creationId xmlns:p14="http://schemas.microsoft.com/office/powerpoint/2010/main" val="2299545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78E1-0B1A-7D6C-32D9-20E0D07396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CAA25B-0591-B185-2ACC-E69E831507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E7213A-5E82-E52D-C994-EC0269BA8731}"/>
              </a:ext>
            </a:extLst>
          </p:cNvPr>
          <p:cNvSpPr>
            <a:spLocks noGrp="1"/>
          </p:cNvSpPr>
          <p:nvPr>
            <p:ph type="dt" sz="half" idx="10"/>
          </p:nvPr>
        </p:nvSpPr>
        <p:spPr/>
        <p:txBody>
          <a:bodyPr/>
          <a:lstStyle/>
          <a:p>
            <a:fld id="{A5DC3A22-57E9-4919-897E-336B95044B82}" type="datetimeFigureOut">
              <a:rPr lang="en-US" smtClean="0"/>
              <a:t>8/20/2026</a:t>
            </a:fld>
            <a:endParaRPr lang="en-US"/>
          </a:p>
        </p:txBody>
      </p:sp>
      <p:sp>
        <p:nvSpPr>
          <p:cNvPr id="5" name="Footer Placeholder 4">
            <a:extLst>
              <a:ext uri="{FF2B5EF4-FFF2-40B4-BE49-F238E27FC236}">
                <a16:creationId xmlns:a16="http://schemas.microsoft.com/office/drawing/2014/main" id="{D8CFA387-E16E-F923-39C0-555CA52B50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576547-ABB3-8AD2-B7DB-3AAADED056D5}"/>
              </a:ext>
            </a:extLst>
          </p:cNvPr>
          <p:cNvSpPr>
            <a:spLocks noGrp="1"/>
          </p:cNvSpPr>
          <p:nvPr>
            <p:ph type="sldNum" sz="quarter" idx="12"/>
          </p:nvPr>
        </p:nvSpPr>
        <p:spPr/>
        <p:txBody>
          <a:bodyPr/>
          <a:lstStyle/>
          <a:p>
            <a:fld id="{4494EB10-6CCB-4D17-BDC2-0AD22CF3FF76}" type="slidenum">
              <a:rPr lang="en-US" smtClean="0"/>
              <a:t>‹#›</a:t>
            </a:fld>
            <a:endParaRPr lang="en-US"/>
          </a:p>
        </p:txBody>
      </p:sp>
    </p:spTree>
    <p:extLst>
      <p:ext uri="{BB962C8B-B14F-4D97-AF65-F5344CB8AC3E}">
        <p14:creationId xmlns:p14="http://schemas.microsoft.com/office/powerpoint/2010/main" val="1577760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BAA84-9DC9-E5A7-3B50-F8E188DE44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B0D147-7F1D-9660-0BC4-1EF6B00836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EED587-EC31-7B3B-4944-A7EBB6BEECE8}"/>
              </a:ext>
            </a:extLst>
          </p:cNvPr>
          <p:cNvSpPr>
            <a:spLocks noGrp="1"/>
          </p:cNvSpPr>
          <p:nvPr>
            <p:ph type="dt" sz="half" idx="10"/>
          </p:nvPr>
        </p:nvSpPr>
        <p:spPr/>
        <p:txBody>
          <a:bodyPr/>
          <a:lstStyle/>
          <a:p>
            <a:fld id="{A5DC3A22-57E9-4919-897E-336B95044B82}" type="datetimeFigureOut">
              <a:rPr lang="en-US" smtClean="0"/>
              <a:t>8/20/2026</a:t>
            </a:fld>
            <a:endParaRPr lang="en-US"/>
          </a:p>
        </p:txBody>
      </p:sp>
      <p:sp>
        <p:nvSpPr>
          <p:cNvPr id="5" name="Footer Placeholder 4">
            <a:extLst>
              <a:ext uri="{FF2B5EF4-FFF2-40B4-BE49-F238E27FC236}">
                <a16:creationId xmlns:a16="http://schemas.microsoft.com/office/drawing/2014/main" id="{CC6C3698-FB7E-37F6-4CAB-F6D3D4539F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4298D6-856B-83E6-8573-3E1DCF56FB0F}"/>
              </a:ext>
            </a:extLst>
          </p:cNvPr>
          <p:cNvSpPr>
            <a:spLocks noGrp="1"/>
          </p:cNvSpPr>
          <p:nvPr>
            <p:ph type="sldNum" sz="quarter" idx="12"/>
          </p:nvPr>
        </p:nvSpPr>
        <p:spPr/>
        <p:txBody>
          <a:bodyPr/>
          <a:lstStyle/>
          <a:p>
            <a:fld id="{4494EB10-6CCB-4D17-BDC2-0AD22CF3FF76}" type="slidenum">
              <a:rPr lang="en-US" smtClean="0"/>
              <a:t>‹#›</a:t>
            </a:fld>
            <a:endParaRPr lang="en-US"/>
          </a:p>
        </p:txBody>
      </p:sp>
    </p:spTree>
    <p:extLst>
      <p:ext uri="{BB962C8B-B14F-4D97-AF65-F5344CB8AC3E}">
        <p14:creationId xmlns:p14="http://schemas.microsoft.com/office/powerpoint/2010/main" val="84860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71A47-63F8-A56B-D3A7-24C12E49F7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EDCDD9-5D5A-DB7E-A108-D3768C833E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70277A-F1A0-D425-9B4B-05CCBB949A27}"/>
              </a:ext>
            </a:extLst>
          </p:cNvPr>
          <p:cNvSpPr>
            <a:spLocks noGrp="1"/>
          </p:cNvSpPr>
          <p:nvPr>
            <p:ph type="dt" sz="half" idx="10"/>
          </p:nvPr>
        </p:nvSpPr>
        <p:spPr/>
        <p:txBody>
          <a:bodyPr/>
          <a:lstStyle/>
          <a:p>
            <a:fld id="{A5DC3A22-57E9-4919-897E-336B95044B82}" type="datetimeFigureOut">
              <a:rPr lang="en-US" smtClean="0"/>
              <a:t>8/20/2026</a:t>
            </a:fld>
            <a:endParaRPr lang="en-US"/>
          </a:p>
        </p:txBody>
      </p:sp>
      <p:sp>
        <p:nvSpPr>
          <p:cNvPr id="5" name="Footer Placeholder 4">
            <a:extLst>
              <a:ext uri="{FF2B5EF4-FFF2-40B4-BE49-F238E27FC236}">
                <a16:creationId xmlns:a16="http://schemas.microsoft.com/office/drawing/2014/main" id="{42E6D727-3D5B-5FFD-A3AC-C12EB2FE1B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5E6AB-B8E4-6FB5-E9B8-D08B03BD4C9A}"/>
              </a:ext>
            </a:extLst>
          </p:cNvPr>
          <p:cNvSpPr>
            <a:spLocks noGrp="1"/>
          </p:cNvSpPr>
          <p:nvPr>
            <p:ph type="sldNum" sz="quarter" idx="12"/>
          </p:nvPr>
        </p:nvSpPr>
        <p:spPr/>
        <p:txBody>
          <a:bodyPr/>
          <a:lstStyle/>
          <a:p>
            <a:fld id="{4494EB10-6CCB-4D17-BDC2-0AD22CF3FF76}" type="slidenum">
              <a:rPr lang="en-US" smtClean="0"/>
              <a:t>‹#›</a:t>
            </a:fld>
            <a:endParaRPr lang="en-US"/>
          </a:p>
        </p:txBody>
      </p:sp>
    </p:spTree>
    <p:extLst>
      <p:ext uri="{BB962C8B-B14F-4D97-AF65-F5344CB8AC3E}">
        <p14:creationId xmlns:p14="http://schemas.microsoft.com/office/powerpoint/2010/main" val="1272806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8AF2B-D1A9-CECC-BFFC-2AF305FFF1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AACCE4-679C-5263-1EFC-CEF9D4CBFD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5C855C-FDEF-74EC-21C8-73910FBB5F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1FD95B-E544-CCE9-6CFF-FF33E618A3E5}"/>
              </a:ext>
            </a:extLst>
          </p:cNvPr>
          <p:cNvSpPr>
            <a:spLocks noGrp="1"/>
          </p:cNvSpPr>
          <p:nvPr>
            <p:ph type="dt" sz="half" idx="10"/>
          </p:nvPr>
        </p:nvSpPr>
        <p:spPr/>
        <p:txBody>
          <a:bodyPr/>
          <a:lstStyle/>
          <a:p>
            <a:fld id="{A5DC3A22-57E9-4919-897E-336B95044B82}" type="datetimeFigureOut">
              <a:rPr lang="en-US" smtClean="0"/>
              <a:t>8/20/2026</a:t>
            </a:fld>
            <a:endParaRPr lang="en-US"/>
          </a:p>
        </p:txBody>
      </p:sp>
      <p:sp>
        <p:nvSpPr>
          <p:cNvPr id="6" name="Footer Placeholder 5">
            <a:extLst>
              <a:ext uri="{FF2B5EF4-FFF2-40B4-BE49-F238E27FC236}">
                <a16:creationId xmlns:a16="http://schemas.microsoft.com/office/drawing/2014/main" id="{AA240867-3CDF-2B96-847B-3AA088E89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92A7F5-281D-0C11-927E-1836CB6BE4C0}"/>
              </a:ext>
            </a:extLst>
          </p:cNvPr>
          <p:cNvSpPr>
            <a:spLocks noGrp="1"/>
          </p:cNvSpPr>
          <p:nvPr>
            <p:ph type="sldNum" sz="quarter" idx="12"/>
          </p:nvPr>
        </p:nvSpPr>
        <p:spPr/>
        <p:txBody>
          <a:bodyPr/>
          <a:lstStyle/>
          <a:p>
            <a:fld id="{4494EB10-6CCB-4D17-BDC2-0AD22CF3FF76}" type="slidenum">
              <a:rPr lang="en-US" smtClean="0"/>
              <a:t>‹#›</a:t>
            </a:fld>
            <a:endParaRPr lang="en-US"/>
          </a:p>
        </p:txBody>
      </p:sp>
    </p:spTree>
    <p:extLst>
      <p:ext uri="{BB962C8B-B14F-4D97-AF65-F5344CB8AC3E}">
        <p14:creationId xmlns:p14="http://schemas.microsoft.com/office/powerpoint/2010/main" val="2412950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24C38-D655-E5D1-D9D5-551E7518A5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8703A0-5F4A-7358-B6FB-19170EF812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CC37BB-FFAA-1921-9507-0064E613A4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B7A26E-3CD7-D1AA-E00D-BF829DC290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4962FD-6B88-FB5F-B92F-159E6098EF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FBB21D-7A02-983F-6884-B103C627E3BE}"/>
              </a:ext>
            </a:extLst>
          </p:cNvPr>
          <p:cNvSpPr>
            <a:spLocks noGrp="1"/>
          </p:cNvSpPr>
          <p:nvPr>
            <p:ph type="dt" sz="half" idx="10"/>
          </p:nvPr>
        </p:nvSpPr>
        <p:spPr/>
        <p:txBody>
          <a:bodyPr/>
          <a:lstStyle/>
          <a:p>
            <a:fld id="{A5DC3A22-57E9-4919-897E-336B95044B82}" type="datetimeFigureOut">
              <a:rPr lang="en-US" smtClean="0"/>
              <a:t>8/20/2026</a:t>
            </a:fld>
            <a:endParaRPr lang="en-US"/>
          </a:p>
        </p:txBody>
      </p:sp>
      <p:sp>
        <p:nvSpPr>
          <p:cNvPr id="8" name="Footer Placeholder 7">
            <a:extLst>
              <a:ext uri="{FF2B5EF4-FFF2-40B4-BE49-F238E27FC236}">
                <a16:creationId xmlns:a16="http://schemas.microsoft.com/office/drawing/2014/main" id="{8EF63475-BA4C-404F-F9F1-7A387D96D7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F484C3-81C0-540F-3901-ABF45EC88608}"/>
              </a:ext>
            </a:extLst>
          </p:cNvPr>
          <p:cNvSpPr>
            <a:spLocks noGrp="1"/>
          </p:cNvSpPr>
          <p:nvPr>
            <p:ph type="sldNum" sz="quarter" idx="12"/>
          </p:nvPr>
        </p:nvSpPr>
        <p:spPr/>
        <p:txBody>
          <a:bodyPr/>
          <a:lstStyle/>
          <a:p>
            <a:fld id="{4494EB10-6CCB-4D17-BDC2-0AD22CF3FF76}" type="slidenum">
              <a:rPr lang="en-US" smtClean="0"/>
              <a:t>‹#›</a:t>
            </a:fld>
            <a:endParaRPr lang="en-US"/>
          </a:p>
        </p:txBody>
      </p:sp>
    </p:spTree>
    <p:extLst>
      <p:ext uri="{BB962C8B-B14F-4D97-AF65-F5344CB8AC3E}">
        <p14:creationId xmlns:p14="http://schemas.microsoft.com/office/powerpoint/2010/main" val="73779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65401-1703-61E3-EB23-C39A9EF0F6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4E6F09-8FF9-00A3-726C-899B788A0200}"/>
              </a:ext>
            </a:extLst>
          </p:cNvPr>
          <p:cNvSpPr>
            <a:spLocks noGrp="1"/>
          </p:cNvSpPr>
          <p:nvPr>
            <p:ph type="dt" sz="half" idx="10"/>
          </p:nvPr>
        </p:nvSpPr>
        <p:spPr/>
        <p:txBody>
          <a:bodyPr/>
          <a:lstStyle/>
          <a:p>
            <a:fld id="{A5DC3A22-57E9-4919-897E-336B95044B82}" type="datetimeFigureOut">
              <a:rPr lang="en-US" smtClean="0"/>
              <a:t>8/20/2026</a:t>
            </a:fld>
            <a:endParaRPr lang="en-US"/>
          </a:p>
        </p:txBody>
      </p:sp>
      <p:sp>
        <p:nvSpPr>
          <p:cNvPr id="4" name="Footer Placeholder 3">
            <a:extLst>
              <a:ext uri="{FF2B5EF4-FFF2-40B4-BE49-F238E27FC236}">
                <a16:creationId xmlns:a16="http://schemas.microsoft.com/office/drawing/2014/main" id="{029AE846-E1FB-B700-55B5-05EE328BD9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DF6758-4A21-77A3-9CC0-55DC834BBE02}"/>
              </a:ext>
            </a:extLst>
          </p:cNvPr>
          <p:cNvSpPr>
            <a:spLocks noGrp="1"/>
          </p:cNvSpPr>
          <p:nvPr>
            <p:ph type="sldNum" sz="quarter" idx="12"/>
          </p:nvPr>
        </p:nvSpPr>
        <p:spPr/>
        <p:txBody>
          <a:bodyPr/>
          <a:lstStyle/>
          <a:p>
            <a:fld id="{4494EB10-6CCB-4D17-BDC2-0AD22CF3FF76}" type="slidenum">
              <a:rPr lang="en-US" smtClean="0"/>
              <a:t>‹#›</a:t>
            </a:fld>
            <a:endParaRPr lang="en-US"/>
          </a:p>
        </p:txBody>
      </p:sp>
    </p:spTree>
    <p:extLst>
      <p:ext uri="{BB962C8B-B14F-4D97-AF65-F5344CB8AC3E}">
        <p14:creationId xmlns:p14="http://schemas.microsoft.com/office/powerpoint/2010/main" val="1961446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F7685B-2ED6-5F05-2103-9AB548E77C48}"/>
              </a:ext>
            </a:extLst>
          </p:cNvPr>
          <p:cNvSpPr>
            <a:spLocks noGrp="1"/>
          </p:cNvSpPr>
          <p:nvPr>
            <p:ph type="dt" sz="half" idx="10"/>
          </p:nvPr>
        </p:nvSpPr>
        <p:spPr/>
        <p:txBody>
          <a:bodyPr/>
          <a:lstStyle/>
          <a:p>
            <a:fld id="{A5DC3A22-57E9-4919-897E-336B95044B82}" type="datetimeFigureOut">
              <a:rPr lang="en-US" smtClean="0"/>
              <a:t>8/20/2026</a:t>
            </a:fld>
            <a:endParaRPr lang="en-US"/>
          </a:p>
        </p:txBody>
      </p:sp>
      <p:sp>
        <p:nvSpPr>
          <p:cNvPr id="3" name="Footer Placeholder 2">
            <a:extLst>
              <a:ext uri="{FF2B5EF4-FFF2-40B4-BE49-F238E27FC236}">
                <a16:creationId xmlns:a16="http://schemas.microsoft.com/office/drawing/2014/main" id="{157A27CA-8193-4C07-8C0F-67B75F83E5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65DD63-7959-65F0-C0F7-78B2ED3259C4}"/>
              </a:ext>
            </a:extLst>
          </p:cNvPr>
          <p:cNvSpPr>
            <a:spLocks noGrp="1"/>
          </p:cNvSpPr>
          <p:nvPr>
            <p:ph type="sldNum" sz="quarter" idx="12"/>
          </p:nvPr>
        </p:nvSpPr>
        <p:spPr/>
        <p:txBody>
          <a:bodyPr/>
          <a:lstStyle/>
          <a:p>
            <a:fld id="{4494EB10-6CCB-4D17-BDC2-0AD22CF3FF76}" type="slidenum">
              <a:rPr lang="en-US" smtClean="0"/>
              <a:t>‹#›</a:t>
            </a:fld>
            <a:endParaRPr lang="en-US"/>
          </a:p>
        </p:txBody>
      </p:sp>
    </p:spTree>
    <p:extLst>
      <p:ext uri="{BB962C8B-B14F-4D97-AF65-F5344CB8AC3E}">
        <p14:creationId xmlns:p14="http://schemas.microsoft.com/office/powerpoint/2010/main" val="3276378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D12C8-68DC-3B39-B594-F09B9B0C99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C16464-71F2-8C09-81A1-BEC46C54C0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675EFF-462B-6710-3331-5592425629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B04FCB-7EC6-E4B1-9EEC-86F911F50A6D}"/>
              </a:ext>
            </a:extLst>
          </p:cNvPr>
          <p:cNvSpPr>
            <a:spLocks noGrp="1"/>
          </p:cNvSpPr>
          <p:nvPr>
            <p:ph type="dt" sz="half" idx="10"/>
          </p:nvPr>
        </p:nvSpPr>
        <p:spPr/>
        <p:txBody>
          <a:bodyPr/>
          <a:lstStyle/>
          <a:p>
            <a:fld id="{A5DC3A22-57E9-4919-897E-336B95044B82}" type="datetimeFigureOut">
              <a:rPr lang="en-US" smtClean="0"/>
              <a:t>8/20/2026</a:t>
            </a:fld>
            <a:endParaRPr lang="en-US"/>
          </a:p>
        </p:txBody>
      </p:sp>
      <p:sp>
        <p:nvSpPr>
          <p:cNvPr id="6" name="Footer Placeholder 5">
            <a:extLst>
              <a:ext uri="{FF2B5EF4-FFF2-40B4-BE49-F238E27FC236}">
                <a16:creationId xmlns:a16="http://schemas.microsoft.com/office/drawing/2014/main" id="{7C2726C9-9A57-E489-41CE-25D6BC8173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9D5695-85B7-5912-0311-120C2182E700}"/>
              </a:ext>
            </a:extLst>
          </p:cNvPr>
          <p:cNvSpPr>
            <a:spLocks noGrp="1"/>
          </p:cNvSpPr>
          <p:nvPr>
            <p:ph type="sldNum" sz="quarter" idx="12"/>
          </p:nvPr>
        </p:nvSpPr>
        <p:spPr/>
        <p:txBody>
          <a:bodyPr/>
          <a:lstStyle/>
          <a:p>
            <a:fld id="{4494EB10-6CCB-4D17-BDC2-0AD22CF3FF76}" type="slidenum">
              <a:rPr lang="en-US" smtClean="0"/>
              <a:t>‹#›</a:t>
            </a:fld>
            <a:endParaRPr lang="en-US"/>
          </a:p>
        </p:txBody>
      </p:sp>
    </p:spTree>
    <p:extLst>
      <p:ext uri="{BB962C8B-B14F-4D97-AF65-F5344CB8AC3E}">
        <p14:creationId xmlns:p14="http://schemas.microsoft.com/office/powerpoint/2010/main" val="970045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E0B8-7198-64A2-81BC-C20B1DA006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990BE9-D63A-BEE6-A01D-5F0CCF7ADD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5219AB-E49A-0C6E-3129-D355DD027B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B83594-E931-8401-750F-C93D1510B426}"/>
              </a:ext>
            </a:extLst>
          </p:cNvPr>
          <p:cNvSpPr>
            <a:spLocks noGrp="1"/>
          </p:cNvSpPr>
          <p:nvPr>
            <p:ph type="dt" sz="half" idx="10"/>
          </p:nvPr>
        </p:nvSpPr>
        <p:spPr/>
        <p:txBody>
          <a:bodyPr/>
          <a:lstStyle/>
          <a:p>
            <a:fld id="{A5DC3A22-57E9-4919-897E-336B95044B82}" type="datetimeFigureOut">
              <a:rPr lang="en-US" smtClean="0"/>
              <a:t>8/20/2026</a:t>
            </a:fld>
            <a:endParaRPr lang="en-US"/>
          </a:p>
        </p:txBody>
      </p:sp>
      <p:sp>
        <p:nvSpPr>
          <p:cNvPr id="6" name="Footer Placeholder 5">
            <a:extLst>
              <a:ext uri="{FF2B5EF4-FFF2-40B4-BE49-F238E27FC236}">
                <a16:creationId xmlns:a16="http://schemas.microsoft.com/office/drawing/2014/main" id="{ACA9BA6B-0153-B274-D4B2-BFD4FA70A0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F0ADA5-5933-0E5D-004B-DD4108633BA8}"/>
              </a:ext>
            </a:extLst>
          </p:cNvPr>
          <p:cNvSpPr>
            <a:spLocks noGrp="1"/>
          </p:cNvSpPr>
          <p:nvPr>
            <p:ph type="sldNum" sz="quarter" idx="12"/>
          </p:nvPr>
        </p:nvSpPr>
        <p:spPr/>
        <p:txBody>
          <a:bodyPr/>
          <a:lstStyle/>
          <a:p>
            <a:fld id="{4494EB10-6CCB-4D17-BDC2-0AD22CF3FF76}" type="slidenum">
              <a:rPr lang="en-US" smtClean="0"/>
              <a:t>‹#›</a:t>
            </a:fld>
            <a:endParaRPr lang="en-US"/>
          </a:p>
        </p:txBody>
      </p:sp>
    </p:spTree>
    <p:extLst>
      <p:ext uri="{BB962C8B-B14F-4D97-AF65-F5344CB8AC3E}">
        <p14:creationId xmlns:p14="http://schemas.microsoft.com/office/powerpoint/2010/main" val="2732248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8B6A4-3E3A-BD4B-0128-035557DADE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03C30CF-CC1B-5B5A-7279-E79E4BC0F7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2D886F-9549-2500-BC50-173AE5042CCF}"/>
              </a:ext>
            </a:extLst>
          </p:cNvPr>
          <p:cNvSpPr>
            <a:spLocks noGrp="1"/>
          </p:cNvSpPr>
          <p:nvPr>
            <p:ph type="dt" sz="half" idx="10"/>
          </p:nvPr>
        </p:nvSpPr>
        <p:spPr/>
        <p:txBody>
          <a:bodyPr/>
          <a:lstStyle/>
          <a:p>
            <a:fld id="{A5DC3A22-57E9-4919-897E-336B95044B82}" type="datetimeFigureOut">
              <a:rPr lang="en-US" smtClean="0"/>
              <a:t>8/20/2026</a:t>
            </a:fld>
            <a:endParaRPr lang="en-US"/>
          </a:p>
        </p:txBody>
      </p:sp>
      <p:sp>
        <p:nvSpPr>
          <p:cNvPr id="5" name="Footer Placeholder 4">
            <a:extLst>
              <a:ext uri="{FF2B5EF4-FFF2-40B4-BE49-F238E27FC236}">
                <a16:creationId xmlns:a16="http://schemas.microsoft.com/office/drawing/2014/main" id="{B9BFE323-4021-214A-56BC-27ACED0861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7DF8D-3271-D0CD-F589-AC65DE1A8612}"/>
              </a:ext>
            </a:extLst>
          </p:cNvPr>
          <p:cNvSpPr>
            <a:spLocks noGrp="1"/>
          </p:cNvSpPr>
          <p:nvPr>
            <p:ph type="sldNum" sz="quarter" idx="12"/>
          </p:nvPr>
        </p:nvSpPr>
        <p:spPr/>
        <p:txBody>
          <a:bodyPr/>
          <a:lstStyle/>
          <a:p>
            <a:fld id="{4494EB10-6CCB-4D17-BDC2-0AD22CF3FF76}" type="slidenum">
              <a:rPr lang="en-US" smtClean="0"/>
              <a:t>‹#›</a:t>
            </a:fld>
            <a:endParaRPr lang="en-US"/>
          </a:p>
        </p:txBody>
      </p:sp>
    </p:spTree>
    <p:extLst>
      <p:ext uri="{BB962C8B-B14F-4D97-AF65-F5344CB8AC3E}">
        <p14:creationId xmlns:p14="http://schemas.microsoft.com/office/powerpoint/2010/main" val="4141914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FBFD84-630A-ECD9-9CED-2557EF9887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A2EB23-E7B2-5B6A-0A49-717E4998D5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EBDD2-CF51-8619-2B65-F99F9A82C354}"/>
              </a:ext>
            </a:extLst>
          </p:cNvPr>
          <p:cNvSpPr>
            <a:spLocks noGrp="1"/>
          </p:cNvSpPr>
          <p:nvPr>
            <p:ph type="dt" sz="half" idx="10"/>
          </p:nvPr>
        </p:nvSpPr>
        <p:spPr/>
        <p:txBody>
          <a:bodyPr/>
          <a:lstStyle/>
          <a:p>
            <a:fld id="{A5DC3A22-57E9-4919-897E-336B95044B82}" type="datetimeFigureOut">
              <a:rPr lang="en-US" smtClean="0"/>
              <a:t>8/20/2026</a:t>
            </a:fld>
            <a:endParaRPr lang="en-US"/>
          </a:p>
        </p:txBody>
      </p:sp>
      <p:sp>
        <p:nvSpPr>
          <p:cNvPr id="5" name="Footer Placeholder 4">
            <a:extLst>
              <a:ext uri="{FF2B5EF4-FFF2-40B4-BE49-F238E27FC236}">
                <a16:creationId xmlns:a16="http://schemas.microsoft.com/office/drawing/2014/main" id="{9114B8CD-B82D-E352-CC60-CF82AD7918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B56A96-97CE-BA81-0ECF-0840E8411CA6}"/>
              </a:ext>
            </a:extLst>
          </p:cNvPr>
          <p:cNvSpPr>
            <a:spLocks noGrp="1"/>
          </p:cNvSpPr>
          <p:nvPr>
            <p:ph type="sldNum" sz="quarter" idx="12"/>
          </p:nvPr>
        </p:nvSpPr>
        <p:spPr/>
        <p:txBody>
          <a:bodyPr/>
          <a:lstStyle/>
          <a:p>
            <a:fld id="{4494EB10-6CCB-4D17-BDC2-0AD22CF3FF76}" type="slidenum">
              <a:rPr lang="en-US" smtClean="0"/>
              <a:t>‹#›</a:t>
            </a:fld>
            <a:endParaRPr lang="en-US"/>
          </a:p>
        </p:txBody>
      </p:sp>
    </p:spTree>
    <p:extLst>
      <p:ext uri="{BB962C8B-B14F-4D97-AF65-F5344CB8AC3E}">
        <p14:creationId xmlns:p14="http://schemas.microsoft.com/office/powerpoint/2010/main" val="126320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0B8B1"/>
          </a:solidFill>
          <a:ln w="12700">
            <a:solidFill>
              <a:srgbClr val="10B8B1"/>
            </a:solidFill>
            <a:prstDash val="solid"/>
          </a:ln>
        </p:spPr>
        <p:txBody>
          <a:bodyPr/>
          <a:lstStyle/>
          <a:p>
            <a:endParaRPr lang="en-US"/>
          </a:p>
        </p:txBody>
      </p:sp>
      <p:sp>
        <p:nvSpPr>
          <p:cNvPr id="3" name="Text 1"/>
          <p:cNvSpPr/>
          <p:nvPr/>
        </p:nvSpPr>
        <p:spPr>
          <a:xfrm>
            <a:off x="502920" y="6510528"/>
            <a:ext cx="3931920" cy="164592"/>
          </a:xfrm>
          <a:prstGeom prst="rect">
            <a:avLst/>
          </a:prstGeom>
          <a:noFill/>
          <a:ln/>
        </p:spPr>
        <p:txBody>
          <a:bodyPr wrap="square" lIns="0" tIns="0" rIns="0" bIns="0" rtlCol="0" anchor="ctr"/>
          <a:lstStyle/>
          <a:p>
            <a:pPr marL="0" indent="0">
              <a:buNone/>
            </a:pPr>
            <a:r>
              <a:rPr lang="en-US" sz="800" b="1" kern="0" spc="110">
                <a:solidFill>
                  <a:srgbClr val="627083"/>
                </a:solidFill>
                <a:latin typeface="Aptos" pitchFamily="34" charset="0"/>
                <a:ea typeface="Aptos" pitchFamily="34" charset="-122"/>
                <a:cs typeface="Aptos" pitchFamily="34" charset="-120"/>
              </a:rPr>
              <a:t>COWORK CREDIT CHARGEBACK</a:t>
            </a:r>
            <a:endParaRPr lang="en-US" sz="800"/>
          </a:p>
        </p:txBody>
      </p:sp>
      <p:sp>
        <p:nvSpPr>
          <p:cNvPr id="25" name="Slide Number Placeholder 0"/>
          <p:cNvSpPr>
            <a:spLocks noGrp="1"/>
          </p:cNvSpPr>
          <p:nvPr>
            <p:ph type="sldNum" sz="quarter" idx="4294967295"/>
          </p:nvPr>
        </p:nvSpPr>
        <p:spPr>
          <a:xfrm>
            <a:off x="11722608" y="6492240"/>
            <a:ext cx="22860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8390A1"/>
                </a:solidFill>
                <a:latin typeface="Aptos"/>
                <a:ea typeface="Aptos"/>
                <a:cs typeface="Aptos"/>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0439242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596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840480-6C0E-3A88-C750-7B7F3FD175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49A7AE-0DB3-782E-81F4-913ECE747C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27D05C-8D69-D1FC-B13B-248218CC60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DC3A22-57E9-4919-897E-336B95044B82}" type="datetimeFigureOut">
              <a:rPr lang="en-US" smtClean="0"/>
              <a:t>8/20/2026</a:t>
            </a:fld>
            <a:endParaRPr lang="en-US"/>
          </a:p>
        </p:txBody>
      </p:sp>
      <p:sp>
        <p:nvSpPr>
          <p:cNvPr id="5" name="Footer Placeholder 4">
            <a:extLst>
              <a:ext uri="{FF2B5EF4-FFF2-40B4-BE49-F238E27FC236}">
                <a16:creationId xmlns:a16="http://schemas.microsoft.com/office/drawing/2014/main" id="{41F1D5E8-779D-0E6D-02F8-676E2163F1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BDAAA6F-76A8-03AE-FF17-E287CBB524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94EB10-6CCB-4D17-BDC2-0AD22CF3FF76}" type="slidenum">
              <a:rPr lang="en-US" smtClean="0"/>
              <a:t>‹#›</a:t>
            </a:fld>
            <a:endParaRPr lang="en-US"/>
          </a:p>
        </p:txBody>
      </p:sp>
    </p:spTree>
    <p:extLst>
      <p:ext uri="{BB962C8B-B14F-4D97-AF65-F5344CB8AC3E}">
        <p14:creationId xmlns:p14="http://schemas.microsoft.com/office/powerpoint/2010/main" val="104696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0B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22960" y="4590288"/>
            <a:ext cx="2743200" cy="45720"/>
          </a:xfrm>
          <a:prstGeom prst="rect">
            <a:avLst/>
          </a:prstGeom>
          <a:solidFill>
            <a:srgbClr val="10B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554480"/>
            <a:ext cx="10515600" cy="252377"/>
          </a:xfrm>
          <a:prstGeom prst="rect">
            <a:avLst/>
          </a:prstGeom>
          <a:noFill/>
        </p:spPr>
        <p:txBody>
          <a:bodyPr wrap="square" lIns="45720" tIns="18288" rIns="45720" bIns="18288" anchor="t">
            <a:spAutoFit/>
          </a:bodyPr>
          <a:lstStyle/>
          <a:p>
            <a:r>
              <a:rPr lang="en-US" sz="1400" b="1">
                <a:solidFill>
                  <a:srgbClr val="10B8B1"/>
                </a:solidFill>
                <a:latin typeface="Aptos"/>
              </a:rPr>
              <a:t>COMPETE + BUSINESS VALUE</a:t>
            </a:r>
            <a:endParaRPr lang="en-US"/>
          </a:p>
        </p:txBody>
      </p:sp>
      <p:sp>
        <p:nvSpPr>
          <p:cNvPr id="6" name="TextBox 5"/>
          <p:cNvSpPr txBox="1"/>
          <p:nvPr/>
        </p:nvSpPr>
        <p:spPr>
          <a:xfrm>
            <a:off x="822670" y="2379617"/>
            <a:ext cx="10789920" cy="714042"/>
          </a:xfrm>
          <a:prstGeom prst="rect">
            <a:avLst/>
          </a:prstGeom>
          <a:noFill/>
        </p:spPr>
        <p:txBody>
          <a:bodyPr wrap="square" lIns="45720" tIns="18288" rIns="45720" bIns="18288" anchor="t">
            <a:spAutoFit/>
          </a:bodyPr>
          <a:lstStyle/>
          <a:p>
            <a:r>
              <a:rPr lang="en-US" sz="4400" b="1" i="0">
                <a:solidFill>
                  <a:srgbClr val="FFFFFF"/>
                </a:solidFill>
                <a:latin typeface="Aptos Display"/>
              </a:rPr>
              <a:t>Cowork Credit </a:t>
            </a:r>
            <a:r>
              <a:rPr lang="en-US" sz="4400" b="1">
                <a:solidFill>
                  <a:srgbClr val="FFFFFF"/>
                </a:solidFill>
                <a:latin typeface="Aptos Display"/>
              </a:rPr>
              <a:t>Chargeback Report</a:t>
            </a:r>
            <a:endParaRPr lang="en-US" sz="4400" b="1" i="0">
              <a:solidFill>
                <a:srgbClr val="FFFFFF"/>
              </a:solidFill>
              <a:latin typeface="Aptos Display" panose="020B0004020202020204" pitchFamily="34" charset="0"/>
            </a:endParaRPr>
          </a:p>
        </p:txBody>
      </p:sp>
      <p:sp>
        <p:nvSpPr>
          <p:cNvPr id="8" name="TextBox 7"/>
          <p:cNvSpPr txBox="1"/>
          <p:nvPr/>
        </p:nvSpPr>
        <p:spPr>
          <a:xfrm>
            <a:off x="822960" y="6035040"/>
            <a:ext cx="10515600" cy="206210"/>
          </a:xfrm>
          <a:prstGeom prst="rect">
            <a:avLst/>
          </a:prstGeom>
          <a:noFill/>
        </p:spPr>
        <p:txBody>
          <a:bodyPr wrap="square" lIns="45720" tIns="18288" rIns="45720" bIns="18288" anchor="t">
            <a:spAutoFit/>
          </a:bodyPr>
          <a:lstStyle/>
          <a:p>
            <a:pPr algn="l"/>
            <a:r>
              <a:rPr sz="1100" i="0">
                <a:solidFill>
                  <a:srgbClr val="94A3B8"/>
                </a:solidFill>
                <a:latin typeface="Aptos" panose="020B0004020202020204" pitchFamily="34" charset="0"/>
              </a:rPr>
              <a:t>Microsoft  ·  August 2026</a:t>
            </a:r>
            <a:r>
              <a:rPr sz="1100" i="1">
                <a:solidFill>
                  <a:srgbClr val="94A3B8"/>
                </a:solidFill>
                <a:latin typeface="Aptos" panose="020B0004020202020204" pitchFamily="34" charset="0"/>
              </a:rPr>
              <a:t>        Synthetic sample data — no customer information.</a:t>
            </a:r>
          </a:p>
        </p:txBody>
      </p:sp>
      <p:sp>
        <p:nvSpPr>
          <p:cNvPr id="9" name="Theme Footer">
            <a:extLst>
              <a:ext uri="{FF2B5EF4-FFF2-40B4-BE49-F238E27FC236}">
                <a16:creationId xmlns:a16="http://schemas.microsoft.com/office/drawing/2014/main" id="{44EBE36D-6FE1-F1EB-87FD-BC6BA7E8FF12}"/>
              </a:ext>
            </a:extLst>
          </p:cNvPr>
          <p:cNvSpPr txBox="1"/>
          <p:nvPr/>
        </p:nvSpPr>
        <p:spPr>
          <a:xfrm>
            <a:off x="566420" y="6705600"/>
            <a:ext cx="11059160" cy="107722"/>
          </a:xfrm>
          <a:prstGeom prst="rect">
            <a:avLst/>
          </a:prstGeom>
          <a:noFill/>
        </p:spPr>
        <p:txBody>
          <a:bodyPr vert="horz" lIns="0" tIns="0" rIns="0" bIns="0" rtlCol="0">
            <a:spAutoFit/>
          </a:bodyPr>
          <a:lstStyle/>
          <a:p>
            <a:pPr algn="r"/>
            <a:r>
              <a:rPr lang="en-US" sz="700" b="1">
                <a:solidFill>
                  <a:srgbClr val="94A3B8"/>
                </a:solidFill>
                <a:latin typeface="Aptos" panose="020B0004020202020204" pitchFamily="34" charset="0"/>
              </a:rPr>
              <a:t>COWORK CREDIT CHARGEBACK</a:t>
            </a:r>
          </a:p>
        </p:txBody>
      </p:sp>
    </p:spTree>
    <p:extLst>
      <p:ext uri="{BB962C8B-B14F-4D97-AF65-F5344CB8AC3E}">
        <p14:creationId xmlns:p14="http://schemas.microsoft.com/office/powerpoint/2010/main" val="247575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66928" y="310896"/>
            <a:ext cx="11058144" cy="201168"/>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000" b="1" i="0" u="none" strike="noStrike" kern="1200" spc="120">
                <a:solidFill>
                  <a:srgbClr val="10B8B1"/>
                </a:solidFill>
                <a:latin typeface="Aptos"/>
                <a:ea typeface="+mn-ea"/>
                <a:cs typeface="+mn-cs"/>
              </a:rPr>
              <a:t>DECISIONS SUPPORTED</a:t>
            </a:r>
          </a:p>
        </p:txBody>
      </p:sp>
      <p:sp>
        <p:nvSpPr>
          <p:cNvPr id="3" name="Text 3"/>
          <p:cNvSpPr txBox="1"/>
          <p:nvPr/>
        </p:nvSpPr>
        <p:spPr>
          <a:xfrm>
            <a:off x="566928" y="566928"/>
            <a:ext cx="11018520" cy="640080"/>
          </a:xfrm>
          <a:prstGeom prst="rect">
            <a:avLst/>
          </a:prstGeom>
          <a:noFill/>
          <a:ln>
            <a:noFill/>
          </a:ln>
        </p:spPr>
        <p:txBody>
          <a:bodyPr wrap="square" lIns="0" tIns="0" rIns="0" bIns="0" rtlCol="0" anchor="t">
            <a:normAutofit/>
          </a:bodyPr>
          <a:lstStyle/>
          <a:p>
            <a:pPr marL="0" indent="0" algn="l">
              <a:lnSpc>
                <a:spcPct val="105000"/>
              </a:lnSpc>
              <a:spcBef>
                <a:spcPts val="0"/>
              </a:spcBef>
              <a:buNone/>
            </a:pPr>
            <a:r>
              <a:rPr lang="en-US" sz="2800" b="1" i="0" u="none" strike="noStrike" kern="1200" spc="0">
                <a:solidFill>
                  <a:srgbClr val="10243E"/>
                </a:solidFill>
                <a:latin typeface="Aptos"/>
                <a:ea typeface="+mn-ea"/>
                <a:cs typeface="+mn-cs"/>
              </a:rPr>
              <a:t>The report supports decisions across cost, capacity, and allocation</a:t>
            </a:r>
          </a:p>
        </p:txBody>
      </p:sp>
      <p:sp>
        <p:nvSpPr>
          <p:cNvPr id="319" name="Shape 320"/>
          <p:cNvSpPr/>
          <p:nvPr/>
        </p:nvSpPr>
        <p:spPr>
          <a:xfrm>
            <a:off x="566928" y="1750000"/>
            <a:ext cx="3219381" cy="36576"/>
          </a:xfrm>
          <a:prstGeom prst="rect">
            <a:avLst/>
          </a:prstGeom>
          <a:solidFill>
            <a:srgbClr val="10B8B1"/>
          </a:solidFill>
          <a:ln>
            <a:noFill/>
          </a:ln>
        </p:spPr>
        <p:txBody>
          <a:bodyPr wrap="square" lIns="45720" tIns="45720" rIns="45720" bIns="45720" rtlCol="0" anchor="ctr">
            <a:normAutofit fontScale="25000" lnSpcReduction="20000"/>
          </a:bodyPr>
          <a:lstStyle/>
          <a:p>
            <a:pPr>
              <a:buNone/>
            </a:pPr>
            <a:endParaRPr/>
          </a:p>
        </p:txBody>
      </p:sp>
      <p:sp>
        <p:nvSpPr>
          <p:cNvPr id="321" name="Text 322"/>
          <p:cNvSpPr txBox="1"/>
          <p:nvPr/>
        </p:nvSpPr>
        <p:spPr>
          <a:xfrm>
            <a:off x="566928" y="1950000"/>
            <a:ext cx="3219381" cy="40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800" b="1" i="0" u="none" strike="noStrike" kern="1200" spc="0">
                <a:solidFill>
                  <a:srgbClr val="10243E"/>
                </a:solidFill>
                <a:latin typeface="Aptos"/>
                <a:ea typeface="+mn-ea"/>
                <a:cs typeface="+mn-cs"/>
              </a:rPr>
              <a:t>Manage cost</a:t>
            </a:r>
          </a:p>
        </p:txBody>
      </p:sp>
      <p:sp>
        <p:nvSpPr>
          <p:cNvPr id="323" name="Text 324"/>
          <p:cNvSpPr txBox="1"/>
          <p:nvPr/>
        </p:nvSpPr>
        <p:spPr>
          <a:xfrm>
            <a:off x="566928" y="255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200" b="1" i="0" u="none" strike="noStrike" kern="1200" spc="0">
                <a:solidFill>
                  <a:srgbClr val="10B8B1"/>
                </a:solidFill>
                <a:latin typeface="Aptos"/>
                <a:ea typeface="+mn-ea"/>
                <a:cs typeface="+mn-cs"/>
              </a:rPr>
              <a:t>▸</a:t>
            </a:r>
          </a:p>
        </p:txBody>
      </p:sp>
      <p:sp>
        <p:nvSpPr>
          <p:cNvPr id="325" name="Text 326"/>
          <p:cNvSpPr txBox="1"/>
          <p:nvPr/>
        </p:nvSpPr>
        <p:spPr>
          <a:xfrm>
            <a:off x="796928" y="2550000"/>
            <a:ext cx="2989381"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050" b="0" i="0" u="none" strike="noStrike" kern="1200" spc="0">
                <a:solidFill>
                  <a:srgbClr val="627083"/>
                </a:solidFill>
                <a:latin typeface="Aptos"/>
                <a:ea typeface="+mn-ea"/>
                <a:cs typeface="+mn-cs"/>
              </a:rPr>
              <a:t>Attribute per-user over-limit cost with the Chargeback KPI</a:t>
            </a:r>
          </a:p>
        </p:txBody>
      </p:sp>
      <p:sp>
        <p:nvSpPr>
          <p:cNvPr id="327" name="Text 328"/>
          <p:cNvSpPr txBox="1"/>
          <p:nvPr/>
        </p:nvSpPr>
        <p:spPr>
          <a:xfrm>
            <a:off x="566928" y="311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200" b="1" i="0" u="none" strike="noStrike" kern="1200" spc="0">
                <a:solidFill>
                  <a:srgbClr val="10B8B1"/>
                </a:solidFill>
                <a:latin typeface="Aptos"/>
                <a:ea typeface="+mn-ea"/>
                <a:cs typeface="+mn-cs"/>
              </a:rPr>
              <a:t>▸</a:t>
            </a:r>
          </a:p>
        </p:txBody>
      </p:sp>
      <p:sp>
        <p:nvSpPr>
          <p:cNvPr id="329" name="Text 330"/>
          <p:cNvSpPr txBox="1"/>
          <p:nvPr/>
        </p:nvSpPr>
        <p:spPr>
          <a:xfrm>
            <a:off x="796928" y="3110000"/>
            <a:ext cx="2989381"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200" b="0" i="0" u="none" strike="noStrike" kern="1200" spc="0">
                <a:solidFill>
                  <a:srgbClr val="627083"/>
                </a:solidFill>
                <a:latin typeface="Aptos"/>
                <a:ea typeface="+mn-ea"/>
                <a:cs typeface="+mn-cs"/>
              </a:rPr>
              <a:t>Compare PAYGO, Prepaid, and Hybrid</a:t>
            </a:r>
          </a:p>
        </p:txBody>
      </p:sp>
      <p:sp>
        <p:nvSpPr>
          <p:cNvPr id="331" name="Text 332"/>
          <p:cNvSpPr txBox="1"/>
          <p:nvPr/>
        </p:nvSpPr>
        <p:spPr>
          <a:xfrm>
            <a:off x="566928" y="367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200" b="1" i="0" u="none" strike="noStrike" kern="1200" spc="0">
                <a:solidFill>
                  <a:srgbClr val="10B8B1"/>
                </a:solidFill>
                <a:latin typeface="Aptos"/>
                <a:ea typeface="+mn-ea"/>
                <a:cs typeface="+mn-cs"/>
              </a:rPr>
              <a:t>▸</a:t>
            </a:r>
          </a:p>
        </p:txBody>
      </p:sp>
      <p:sp>
        <p:nvSpPr>
          <p:cNvPr id="333" name="Text 334"/>
          <p:cNvSpPr txBox="1"/>
          <p:nvPr/>
        </p:nvSpPr>
        <p:spPr>
          <a:xfrm>
            <a:off x="796928" y="3670000"/>
            <a:ext cx="2989381"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200" b="0" i="0" u="none" strike="noStrike" kern="1200" spc="0">
                <a:solidFill>
                  <a:srgbClr val="627083"/>
                </a:solidFill>
                <a:latin typeface="Aptos"/>
                <a:ea typeface="+mn-ea"/>
                <a:cs typeface="+mn-cs"/>
              </a:rPr>
              <a:t>See the dollar impact of model changes</a:t>
            </a:r>
          </a:p>
        </p:txBody>
      </p:sp>
      <p:sp>
        <p:nvSpPr>
          <p:cNvPr id="335" name="Shape 336"/>
          <p:cNvSpPr/>
          <p:nvPr/>
        </p:nvSpPr>
        <p:spPr>
          <a:xfrm>
            <a:off x="4136309" y="1750000"/>
            <a:ext cx="12700" cy="2700000"/>
          </a:xfrm>
          <a:prstGeom prst="rect">
            <a:avLst/>
          </a:prstGeom>
          <a:solidFill>
            <a:srgbClr val="D9E1EA"/>
          </a:solidFill>
          <a:ln>
            <a:noFill/>
          </a:ln>
        </p:spPr>
        <p:txBody>
          <a:bodyPr wrap="square" lIns="45720" tIns="45720" rIns="45720" bIns="45720" rtlCol="0" anchor="ctr">
            <a:normAutofit/>
          </a:bodyPr>
          <a:lstStyle/>
          <a:p>
            <a:pPr>
              <a:buNone/>
            </a:pPr>
            <a:endParaRPr/>
          </a:p>
        </p:txBody>
      </p:sp>
      <p:sp>
        <p:nvSpPr>
          <p:cNvPr id="337" name="Shape 338"/>
          <p:cNvSpPr/>
          <p:nvPr/>
        </p:nvSpPr>
        <p:spPr>
          <a:xfrm>
            <a:off x="4486309" y="1750000"/>
            <a:ext cx="3219381" cy="36576"/>
          </a:xfrm>
          <a:prstGeom prst="rect">
            <a:avLst/>
          </a:prstGeom>
          <a:solidFill>
            <a:srgbClr val="F2B84B"/>
          </a:solidFill>
          <a:ln>
            <a:noFill/>
          </a:ln>
        </p:spPr>
        <p:txBody>
          <a:bodyPr wrap="square" lIns="45720" tIns="45720" rIns="45720" bIns="45720" rtlCol="0" anchor="ctr">
            <a:normAutofit fontScale="25000" lnSpcReduction="20000"/>
          </a:bodyPr>
          <a:lstStyle/>
          <a:p>
            <a:pPr>
              <a:buNone/>
            </a:pPr>
            <a:endParaRPr/>
          </a:p>
        </p:txBody>
      </p:sp>
      <p:sp>
        <p:nvSpPr>
          <p:cNvPr id="339" name="Text 340"/>
          <p:cNvSpPr txBox="1"/>
          <p:nvPr/>
        </p:nvSpPr>
        <p:spPr>
          <a:xfrm>
            <a:off x="4486309" y="1950000"/>
            <a:ext cx="3219381" cy="40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800" b="1" i="0" u="none" strike="noStrike" kern="1200" spc="0">
                <a:solidFill>
                  <a:srgbClr val="10243E"/>
                </a:solidFill>
                <a:latin typeface="Aptos"/>
                <a:ea typeface="+mn-ea"/>
                <a:cs typeface="+mn-cs"/>
              </a:rPr>
              <a:t>Manage capacity</a:t>
            </a:r>
          </a:p>
        </p:txBody>
      </p:sp>
      <p:sp>
        <p:nvSpPr>
          <p:cNvPr id="341" name="Text 342"/>
          <p:cNvSpPr txBox="1"/>
          <p:nvPr/>
        </p:nvSpPr>
        <p:spPr>
          <a:xfrm>
            <a:off x="4486309" y="255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200" b="1" i="0" u="none" strike="noStrike" kern="1200" spc="0">
                <a:solidFill>
                  <a:srgbClr val="F2B84B"/>
                </a:solidFill>
                <a:latin typeface="Aptos"/>
                <a:ea typeface="+mn-ea"/>
                <a:cs typeface="+mn-cs"/>
              </a:rPr>
              <a:t>▸</a:t>
            </a:r>
          </a:p>
        </p:txBody>
      </p:sp>
      <p:sp>
        <p:nvSpPr>
          <p:cNvPr id="343" name="Text 344"/>
          <p:cNvSpPr txBox="1"/>
          <p:nvPr/>
        </p:nvSpPr>
        <p:spPr>
          <a:xfrm>
            <a:off x="4716309" y="2550000"/>
            <a:ext cx="2989381"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200" b="0" i="0" u="none" strike="noStrike" kern="1200" spc="0">
                <a:solidFill>
                  <a:srgbClr val="627083"/>
                </a:solidFill>
                <a:latin typeface="Aptos"/>
                <a:ea typeface="+mn-ea"/>
                <a:cs typeface="+mn-cs"/>
              </a:rPr>
              <a:t>Identify near-limit users</a:t>
            </a:r>
          </a:p>
        </p:txBody>
      </p:sp>
      <p:sp>
        <p:nvSpPr>
          <p:cNvPr id="345" name="Text 346"/>
          <p:cNvSpPr txBox="1"/>
          <p:nvPr/>
        </p:nvSpPr>
        <p:spPr>
          <a:xfrm>
            <a:off x="4486309" y="311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200" b="1" i="0" u="none" strike="noStrike" kern="1200" spc="0">
                <a:solidFill>
                  <a:srgbClr val="F2B84B"/>
                </a:solidFill>
                <a:latin typeface="Aptos"/>
                <a:ea typeface="+mn-ea"/>
                <a:cs typeface="+mn-cs"/>
              </a:rPr>
              <a:t>▸</a:t>
            </a:r>
          </a:p>
        </p:txBody>
      </p:sp>
      <p:sp>
        <p:nvSpPr>
          <p:cNvPr id="347" name="Text 348"/>
          <p:cNvSpPr txBox="1"/>
          <p:nvPr/>
        </p:nvSpPr>
        <p:spPr>
          <a:xfrm>
            <a:off x="4716309" y="3110000"/>
            <a:ext cx="2989381"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200" b="0" i="0" u="none" strike="noStrike" kern="1200" spc="0">
                <a:solidFill>
                  <a:srgbClr val="627083"/>
                </a:solidFill>
                <a:latin typeface="Aptos"/>
                <a:ea typeface="+mn-ea"/>
                <a:cs typeface="+mn-cs"/>
              </a:rPr>
              <a:t>Project when demand crosses capacity</a:t>
            </a:r>
          </a:p>
        </p:txBody>
      </p:sp>
      <p:sp>
        <p:nvSpPr>
          <p:cNvPr id="349" name="Text 350"/>
          <p:cNvSpPr txBox="1"/>
          <p:nvPr/>
        </p:nvSpPr>
        <p:spPr>
          <a:xfrm>
            <a:off x="4486309" y="367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200" b="1" i="0" u="none" strike="noStrike" kern="1200" spc="0">
                <a:solidFill>
                  <a:srgbClr val="F2B84B"/>
                </a:solidFill>
                <a:latin typeface="Aptos"/>
                <a:ea typeface="+mn-ea"/>
                <a:cs typeface="+mn-cs"/>
              </a:rPr>
              <a:t>▸</a:t>
            </a:r>
          </a:p>
        </p:txBody>
      </p:sp>
      <p:sp>
        <p:nvSpPr>
          <p:cNvPr id="351" name="Text 352"/>
          <p:cNvSpPr txBox="1"/>
          <p:nvPr/>
        </p:nvSpPr>
        <p:spPr>
          <a:xfrm>
            <a:off x="4716309" y="3670000"/>
            <a:ext cx="2989381"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200" b="0" i="0" u="none" strike="noStrike" kern="1200" spc="0">
                <a:solidFill>
                  <a:srgbClr val="627083"/>
                </a:solidFill>
                <a:latin typeface="Aptos"/>
                <a:ea typeface="+mn-ea"/>
                <a:cs typeface="+mn-cs"/>
              </a:rPr>
              <a:t>Model prepaid commitment scenarios</a:t>
            </a:r>
          </a:p>
        </p:txBody>
      </p:sp>
      <p:sp>
        <p:nvSpPr>
          <p:cNvPr id="353" name="Shape 354"/>
          <p:cNvSpPr/>
          <p:nvPr/>
        </p:nvSpPr>
        <p:spPr>
          <a:xfrm>
            <a:off x="8055690" y="1750000"/>
            <a:ext cx="12700" cy="2700000"/>
          </a:xfrm>
          <a:prstGeom prst="rect">
            <a:avLst/>
          </a:prstGeom>
          <a:solidFill>
            <a:srgbClr val="D9E1EA"/>
          </a:solidFill>
          <a:ln>
            <a:noFill/>
          </a:ln>
        </p:spPr>
        <p:txBody>
          <a:bodyPr wrap="square" lIns="45720" tIns="45720" rIns="45720" bIns="45720" rtlCol="0" anchor="ctr">
            <a:normAutofit/>
          </a:bodyPr>
          <a:lstStyle/>
          <a:p>
            <a:pPr>
              <a:buNone/>
            </a:pPr>
            <a:endParaRPr/>
          </a:p>
        </p:txBody>
      </p:sp>
      <p:sp>
        <p:nvSpPr>
          <p:cNvPr id="355" name="Shape 356"/>
          <p:cNvSpPr/>
          <p:nvPr/>
        </p:nvSpPr>
        <p:spPr>
          <a:xfrm>
            <a:off x="8405690" y="1750000"/>
            <a:ext cx="3219381" cy="36576"/>
          </a:xfrm>
          <a:prstGeom prst="rect">
            <a:avLst/>
          </a:prstGeom>
          <a:solidFill>
            <a:srgbClr val="EF6C62"/>
          </a:solidFill>
          <a:ln>
            <a:noFill/>
          </a:ln>
        </p:spPr>
        <p:txBody>
          <a:bodyPr wrap="square" lIns="45720" tIns="45720" rIns="45720" bIns="45720" rtlCol="0" anchor="ctr">
            <a:normAutofit fontScale="25000" lnSpcReduction="20000"/>
          </a:bodyPr>
          <a:lstStyle/>
          <a:p>
            <a:pPr>
              <a:buNone/>
            </a:pPr>
            <a:endParaRPr/>
          </a:p>
        </p:txBody>
      </p:sp>
      <p:sp>
        <p:nvSpPr>
          <p:cNvPr id="357" name="Text 358"/>
          <p:cNvSpPr txBox="1"/>
          <p:nvPr/>
        </p:nvSpPr>
        <p:spPr>
          <a:xfrm>
            <a:off x="8405690" y="1950000"/>
            <a:ext cx="3219381" cy="40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800" b="1" i="0" u="none" strike="noStrike" kern="1200" spc="0">
                <a:solidFill>
                  <a:srgbClr val="10243E"/>
                </a:solidFill>
                <a:latin typeface="Aptos"/>
                <a:ea typeface="+mn-ea"/>
                <a:cs typeface="+mn-cs"/>
              </a:rPr>
              <a:t>Optimize allocation</a:t>
            </a:r>
          </a:p>
        </p:txBody>
      </p:sp>
      <p:sp>
        <p:nvSpPr>
          <p:cNvPr id="359" name="Text 360"/>
          <p:cNvSpPr txBox="1"/>
          <p:nvPr/>
        </p:nvSpPr>
        <p:spPr>
          <a:xfrm>
            <a:off x="8405690" y="255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200" b="1" i="0" u="none" strike="noStrike" kern="1200" spc="0">
                <a:solidFill>
                  <a:srgbClr val="EF6C62"/>
                </a:solidFill>
                <a:latin typeface="Aptos"/>
                <a:ea typeface="+mn-ea"/>
                <a:cs typeface="+mn-cs"/>
              </a:rPr>
              <a:t>▸</a:t>
            </a:r>
          </a:p>
        </p:txBody>
      </p:sp>
      <p:sp>
        <p:nvSpPr>
          <p:cNvPr id="361" name="Text 362"/>
          <p:cNvSpPr txBox="1"/>
          <p:nvPr/>
        </p:nvSpPr>
        <p:spPr>
          <a:xfrm>
            <a:off x="8635690" y="2550000"/>
            <a:ext cx="2989381"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200" b="0" i="0" u="none" strike="noStrike" kern="1200" spc="0">
                <a:solidFill>
                  <a:srgbClr val="627083"/>
                </a:solidFill>
                <a:latin typeface="Aptos"/>
                <a:ea typeface="+mn-ea"/>
                <a:cs typeface="+mn-cs"/>
              </a:rPr>
              <a:t>Increase allowance where needed</a:t>
            </a:r>
          </a:p>
        </p:txBody>
      </p:sp>
      <p:sp>
        <p:nvSpPr>
          <p:cNvPr id="363" name="Text 364"/>
          <p:cNvSpPr txBox="1"/>
          <p:nvPr/>
        </p:nvSpPr>
        <p:spPr>
          <a:xfrm>
            <a:off x="8405690" y="311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200" b="1" i="0" u="none" strike="noStrike" kern="1200" spc="0">
                <a:solidFill>
                  <a:srgbClr val="EF6C62"/>
                </a:solidFill>
                <a:latin typeface="Aptos"/>
                <a:ea typeface="+mn-ea"/>
                <a:cs typeface="+mn-cs"/>
              </a:rPr>
              <a:t>▸</a:t>
            </a:r>
          </a:p>
        </p:txBody>
      </p:sp>
      <p:sp>
        <p:nvSpPr>
          <p:cNvPr id="365" name="Text 366"/>
          <p:cNvSpPr txBox="1"/>
          <p:nvPr/>
        </p:nvSpPr>
        <p:spPr>
          <a:xfrm>
            <a:off x="8635690" y="3110000"/>
            <a:ext cx="2989381"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200" b="0" i="0" u="none" strike="noStrike" kern="1200" spc="0">
                <a:solidFill>
                  <a:srgbClr val="627083"/>
                </a:solidFill>
                <a:latin typeface="Aptos"/>
                <a:ea typeface="+mn-ea"/>
                <a:cs typeface="+mn-cs"/>
              </a:rPr>
              <a:t>Reduce unused credits</a:t>
            </a:r>
          </a:p>
        </p:txBody>
      </p:sp>
      <p:sp>
        <p:nvSpPr>
          <p:cNvPr id="367" name="Text 368"/>
          <p:cNvSpPr txBox="1"/>
          <p:nvPr/>
        </p:nvSpPr>
        <p:spPr>
          <a:xfrm>
            <a:off x="8405690" y="367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200" b="1" i="0" u="none" strike="noStrike" kern="1200" spc="0">
                <a:solidFill>
                  <a:srgbClr val="EF6C62"/>
                </a:solidFill>
                <a:latin typeface="Aptos"/>
                <a:ea typeface="+mn-ea"/>
                <a:cs typeface="+mn-cs"/>
              </a:rPr>
              <a:t>▸</a:t>
            </a:r>
          </a:p>
        </p:txBody>
      </p:sp>
      <p:sp>
        <p:nvSpPr>
          <p:cNvPr id="369" name="Text 370"/>
          <p:cNvSpPr txBox="1"/>
          <p:nvPr/>
        </p:nvSpPr>
        <p:spPr>
          <a:xfrm>
            <a:off x="8635690" y="3670000"/>
            <a:ext cx="2989381"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200" b="0" i="0" u="none" strike="noStrike" kern="1200" spc="0">
                <a:solidFill>
                  <a:srgbClr val="627083"/>
                </a:solidFill>
                <a:latin typeface="Aptos"/>
                <a:ea typeface="+mn-ea"/>
                <a:cs typeface="+mn-cs"/>
              </a:rPr>
              <a:t>Test different prepaid rules</a:t>
            </a:r>
          </a:p>
        </p:txBody>
      </p:sp>
      <p:grpSp>
        <p:nvGrpSpPr>
          <p:cNvPr id="39" name="Group 38">
            <a:extLst>
              <a:ext uri="{FF2B5EF4-FFF2-40B4-BE49-F238E27FC236}">
                <a16:creationId xmlns:a16="http://schemas.microsoft.com/office/drawing/2014/main" id="{67913FC8-1204-44CD-36D8-DF286D11D1B4}"/>
              </a:ext>
            </a:extLst>
          </p:cNvPr>
          <p:cNvGrpSpPr/>
          <p:nvPr/>
        </p:nvGrpSpPr>
        <p:grpSpPr>
          <a:xfrm>
            <a:off x="1925633" y="4793687"/>
            <a:ext cx="7638762" cy="1746149"/>
            <a:chOff x="766928" y="4648804"/>
            <a:chExt cx="7638762" cy="1746149"/>
          </a:xfrm>
        </p:grpSpPr>
        <p:sp>
          <p:nvSpPr>
            <p:cNvPr id="17" name="Shape 254">
              <a:extLst>
                <a:ext uri="{FF2B5EF4-FFF2-40B4-BE49-F238E27FC236}">
                  <a16:creationId xmlns:a16="http://schemas.microsoft.com/office/drawing/2014/main" id="{D92A04CF-A7E3-CEA4-5F5C-24D6351FBEEC}"/>
                </a:ext>
              </a:extLst>
            </p:cNvPr>
            <p:cNvSpPr/>
            <p:nvPr/>
          </p:nvSpPr>
          <p:spPr>
            <a:xfrm>
              <a:off x="1521774" y="5403649"/>
              <a:ext cx="6883916" cy="45719"/>
            </a:xfrm>
            <a:prstGeom prst="rect">
              <a:avLst/>
            </a:prstGeom>
            <a:solidFill>
              <a:srgbClr val="D9E1EA"/>
            </a:solidFill>
            <a:ln>
              <a:noFill/>
            </a:ln>
          </p:spPr>
          <p:txBody>
            <a:bodyPr wrap="square" lIns="45720" tIns="45720" rIns="45720" bIns="45720" rtlCol="0" anchor="ctr">
              <a:normAutofit fontScale="25000" lnSpcReduction="20000"/>
            </a:bodyPr>
            <a:lstStyle/>
            <a:p>
              <a:pPr>
                <a:buNone/>
              </a:pPr>
              <a:endParaRPr/>
            </a:p>
          </p:txBody>
        </p:sp>
        <p:sp>
          <p:nvSpPr>
            <p:cNvPr id="18" name="Shape 256">
              <a:extLst>
                <a:ext uri="{FF2B5EF4-FFF2-40B4-BE49-F238E27FC236}">
                  <a16:creationId xmlns:a16="http://schemas.microsoft.com/office/drawing/2014/main" id="{4A751063-5870-73DD-4E06-CEA7FE901A04}"/>
                </a:ext>
              </a:extLst>
            </p:cNvPr>
            <p:cNvSpPr/>
            <p:nvPr/>
          </p:nvSpPr>
          <p:spPr>
            <a:xfrm>
              <a:off x="1261774" y="5150000"/>
              <a:ext cx="520000" cy="520000"/>
            </a:xfrm>
            <a:prstGeom prst="ellipse">
              <a:avLst/>
            </a:prstGeom>
            <a:solidFill>
              <a:srgbClr val="10B8B1"/>
            </a:solidFill>
            <a:ln>
              <a:noFill/>
            </a:ln>
          </p:spPr>
          <p:txBody>
            <a:bodyPr wrap="square" lIns="45720" tIns="45720" rIns="45720" bIns="45720" rtlCol="0" anchor="ctr">
              <a:normAutofit/>
            </a:bodyPr>
            <a:lstStyle/>
            <a:p>
              <a:pPr marL="0" indent="0" algn="ctr">
                <a:lnSpc>
                  <a:spcPct val="100000"/>
                </a:lnSpc>
                <a:spcBef>
                  <a:spcPts val="0"/>
                </a:spcBef>
                <a:buNone/>
              </a:pPr>
              <a:r>
                <a:rPr lang="en-US" sz="1400" b="1" i="0" u="none" strike="noStrike" kern="1200" spc="0">
                  <a:solidFill>
                    <a:srgbClr val="FFFFFF"/>
                  </a:solidFill>
                  <a:latin typeface="Aptos"/>
                  <a:ea typeface="+mn-ea"/>
                  <a:cs typeface="+mn-cs"/>
                </a:rPr>
                <a:t>1</a:t>
              </a:r>
            </a:p>
          </p:txBody>
        </p:sp>
        <p:sp>
          <p:nvSpPr>
            <p:cNvPr id="19" name="Text 258">
              <a:extLst>
                <a:ext uri="{FF2B5EF4-FFF2-40B4-BE49-F238E27FC236}">
                  <a16:creationId xmlns:a16="http://schemas.microsoft.com/office/drawing/2014/main" id="{6E251A67-2FA4-77D3-B157-614B52441126}"/>
                </a:ext>
              </a:extLst>
            </p:cNvPr>
            <p:cNvSpPr txBox="1"/>
            <p:nvPr/>
          </p:nvSpPr>
          <p:spPr>
            <a:xfrm>
              <a:off x="766928" y="4648804"/>
              <a:ext cx="1509690" cy="320040"/>
            </a:xfrm>
            <a:prstGeom prst="rect">
              <a:avLst/>
            </a:prstGeom>
            <a:noFill/>
            <a:ln>
              <a:noFill/>
            </a:ln>
          </p:spPr>
          <p:txBody>
            <a:bodyPr wrap="square" lIns="0" tIns="0" rIns="0" bIns="0" rtlCol="0" anchor="t">
              <a:normAutofit/>
            </a:bodyPr>
            <a:lstStyle/>
            <a:p>
              <a:pPr marL="0" indent="0" algn="ctr">
                <a:lnSpc>
                  <a:spcPct val="100000"/>
                </a:lnSpc>
                <a:spcBef>
                  <a:spcPts val="0"/>
                </a:spcBef>
                <a:buNone/>
              </a:pPr>
              <a:r>
                <a:rPr lang="en-US" sz="1200" b="1" i="0" u="none" strike="noStrike" kern="1200" spc="0">
                  <a:solidFill>
                    <a:srgbClr val="10243E"/>
                  </a:solidFill>
                  <a:latin typeface="Aptos"/>
                  <a:ea typeface="+mn-ea"/>
                  <a:cs typeface="+mn-cs"/>
                </a:rPr>
                <a:t>Consumption</a:t>
              </a:r>
            </a:p>
          </p:txBody>
        </p:sp>
        <p:sp>
          <p:nvSpPr>
            <p:cNvPr id="20" name="Text 260">
              <a:extLst>
                <a:ext uri="{FF2B5EF4-FFF2-40B4-BE49-F238E27FC236}">
                  <a16:creationId xmlns:a16="http://schemas.microsoft.com/office/drawing/2014/main" id="{45E558DE-3315-77AE-BD41-E0F6BD6E6BD9}"/>
                </a:ext>
              </a:extLst>
            </p:cNvPr>
            <p:cNvSpPr txBox="1"/>
            <p:nvPr/>
          </p:nvSpPr>
          <p:spPr>
            <a:xfrm>
              <a:off x="766928" y="4806382"/>
              <a:ext cx="1509690" cy="500000"/>
            </a:xfrm>
            <a:prstGeom prst="rect">
              <a:avLst/>
            </a:prstGeom>
            <a:noFill/>
            <a:ln>
              <a:noFill/>
            </a:ln>
          </p:spPr>
          <p:txBody>
            <a:bodyPr wrap="square" lIns="0" tIns="0" rIns="0" bIns="0" rtlCol="0" anchor="t">
              <a:normAutofit/>
            </a:bodyPr>
            <a:lstStyle/>
            <a:p>
              <a:pPr marL="0" indent="0" algn="ctr">
                <a:lnSpc>
                  <a:spcPct val="115000"/>
                </a:lnSpc>
                <a:spcBef>
                  <a:spcPts val="0"/>
                </a:spcBef>
                <a:buNone/>
              </a:pPr>
              <a:r>
                <a:rPr lang="en-US" sz="950" b="0" i="0" u="none" strike="noStrike" kern="1200" spc="0">
                  <a:solidFill>
                    <a:srgbClr val="627083"/>
                  </a:solidFill>
                  <a:latin typeface="Aptos"/>
                  <a:ea typeface="+mn-ea"/>
                  <a:cs typeface="+mn-cs"/>
                </a:rPr>
                <a:t>Who uses credits and how much?</a:t>
              </a:r>
            </a:p>
          </p:txBody>
        </p:sp>
        <p:sp>
          <p:nvSpPr>
            <p:cNvPr id="21" name="Shape 262">
              <a:extLst>
                <a:ext uri="{FF2B5EF4-FFF2-40B4-BE49-F238E27FC236}">
                  <a16:creationId xmlns:a16="http://schemas.microsoft.com/office/drawing/2014/main" id="{D3BAD599-5A9B-1E58-9846-22A8A319D61E}"/>
                </a:ext>
              </a:extLst>
            </p:cNvPr>
            <p:cNvSpPr/>
            <p:nvPr/>
          </p:nvSpPr>
          <p:spPr>
            <a:xfrm>
              <a:off x="2771464" y="5150000"/>
              <a:ext cx="520000" cy="520000"/>
            </a:xfrm>
            <a:prstGeom prst="ellipse">
              <a:avLst/>
            </a:prstGeom>
            <a:solidFill>
              <a:srgbClr val="F2B84B"/>
            </a:solidFill>
            <a:ln>
              <a:noFill/>
            </a:ln>
          </p:spPr>
          <p:txBody>
            <a:bodyPr wrap="square" lIns="45720" tIns="45720" rIns="45720" bIns="45720" rtlCol="0" anchor="ctr">
              <a:normAutofit/>
            </a:bodyPr>
            <a:lstStyle/>
            <a:p>
              <a:pPr marL="0" indent="0" algn="ctr">
                <a:lnSpc>
                  <a:spcPct val="100000"/>
                </a:lnSpc>
                <a:spcBef>
                  <a:spcPts val="0"/>
                </a:spcBef>
                <a:buNone/>
              </a:pPr>
              <a:r>
                <a:rPr lang="en-US" sz="1400" b="1" i="0" u="none" strike="noStrike" kern="1200" spc="0">
                  <a:solidFill>
                    <a:srgbClr val="FFFFFF"/>
                  </a:solidFill>
                  <a:latin typeface="Aptos"/>
                  <a:ea typeface="+mn-ea"/>
                  <a:cs typeface="+mn-cs"/>
                </a:rPr>
                <a:t>2</a:t>
              </a:r>
            </a:p>
          </p:txBody>
        </p:sp>
        <p:sp>
          <p:nvSpPr>
            <p:cNvPr id="24" name="Shape 268">
              <a:extLst>
                <a:ext uri="{FF2B5EF4-FFF2-40B4-BE49-F238E27FC236}">
                  <a16:creationId xmlns:a16="http://schemas.microsoft.com/office/drawing/2014/main" id="{7404FD5C-E14C-4D3A-00F8-83209F576716}"/>
                </a:ext>
              </a:extLst>
            </p:cNvPr>
            <p:cNvSpPr/>
            <p:nvPr/>
          </p:nvSpPr>
          <p:spPr>
            <a:xfrm>
              <a:off x="4281155" y="5150000"/>
              <a:ext cx="520000" cy="520000"/>
            </a:xfrm>
            <a:prstGeom prst="ellipse">
              <a:avLst/>
            </a:prstGeom>
            <a:solidFill>
              <a:srgbClr val="EF6C62"/>
            </a:solidFill>
            <a:ln>
              <a:noFill/>
            </a:ln>
          </p:spPr>
          <p:txBody>
            <a:bodyPr wrap="square" lIns="45720" tIns="45720" rIns="45720" bIns="45720" rtlCol="0" anchor="ctr">
              <a:normAutofit/>
            </a:bodyPr>
            <a:lstStyle/>
            <a:p>
              <a:pPr marL="0" indent="0" algn="ctr">
                <a:lnSpc>
                  <a:spcPct val="100000"/>
                </a:lnSpc>
                <a:spcBef>
                  <a:spcPts val="0"/>
                </a:spcBef>
                <a:buNone/>
              </a:pPr>
              <a:r>
                <a:rPr lang="en-US" sz="1400" b="1" i="0" u="none" strike="noStrike" kern="1200" spc="0">
                  <a:solidFill>
                    <a:srgbClr val="FFFFFF"/>
                  </a:solidFill>
                  <a:latin typeface="Aptos"/>
                  <a:ea typeface="+mn-ea"/>
                  <a:cs typeface="+mn-cs"/>
                </a:rPr>
                <a:t>3</a:t>
              </a:r>
            </a:p>
          </p:txBody>
        </p:sp>
        <p:sp>
          <p:nvSpPr>
            <p:cNvPr id="25" name="Text 270">
              <a:extLst>
                <a:ext uri="{FF2B5EF4-FFF2-40B4-BE49-F238E27FC236}">
                  <a16:creationId xmlns:a16="http://schemas.microsoft.com/office/drawing/2014/main" id="{97DFE447-8360-E409-AEC2-F622235F5ECC}"/>
                </a:ext>
              </a:extLst>
            </p:cNvPr>
            <p:cNvSpPr txBox="1"/>
            <p:nvPr/>
          </p:nvSpPr>
          <p:spPr>
            <a:xfrm>
              <a:off x="5368368" y="5737375"/>
              <a:ext cx="1509690" cy="320040"/>
            </a:xfrm>
            <a:prstGeom prst="rect">
              <a:avLst/>
            </a:prstGeom>
            <a:noFill/>
            <a:ln>
              <a:noFill/>
            </a:ln>
          </p:spPr>
          <p:txBody>
            <a:bodyPr wrap="square" lIns="0" tIns="0" rIns="0" bIns="0" rtlCol="0" anchor="t">
              <a:normAutofit/>
            </a:bodyPr>
            <a:lstStyle/>
            <a:p>
              <a:pPr marL="0" indent="0" algn="ctr">
                <a:lnSpc>
                  <a:spcPct val="100000"/>
                </a:lnSpc>
                <a:spcBef>
                  <a:spcPts val="0"/>
                </a:spcBef>
                <a:buNone/>
              </a:pPr>
              <a:r>
                <a:rPr lang="en-US" sz="1200" b="1" i="0" u="none" strike="noStrike" kern="1200" spc="0">
                  <a:solidFill>
                    <a:srgbClr val="10243E"/>
                  </a:solidFill>
                  <a:latin typeface="Aptos"/>
                  <a:ea typeface="+mn-ea"/>
                  <a:cs typeface="+mn-cs"/>
                </a:rPr>
                <a:t>Optimization</a:t>
              </a:r>
            </a:p>
          </p:txBody>
        </p:sp>
        <p:sp>
          <p:nvSpPr>
            <p:cNvPr id="26" name="Text 272">
              <a:extLst>
                <a:ext uri="{FF2B5EF4-FFF2-40B4-BE49-F238E27FC236}">
                  <a16:creationId xmlns:a16="http://schemas.microsoft.com/office/drawing/2014/main" id="{FC794136-A155-43F1-E7ED-A4BB4DAE0C50}"/>
                </a:ext>
              </a:extLst>
            </p:cNvPr>
            <p:cNvSpPr txBox="1"/>
            <p:nvPr/>
          </p:nvSpPr>
          <p:spPr>
            <a:xfrm>
              <a:off x="5368368" y="5894953"/>
              <a:ext cx="1509690" cy="500000"/>
            </a:xfrm>
            <a:prstGeom prst="rect">
              <a:avLst/>
            </a:prstGeom>
            <a:noFill/>
            <a:ln>
              <a:noFill/>
            </a:ln>
          </p:spPr>
          <p:txBody>
            <a:bodyPr wrap="square" lIns="0" tIns="0" rIns="0" bIns="0" rtlCol="0" anchor="t">
              <a:normAutofit/>
            </a:bodyPr>
            <a:lstStyle/>
            <a:p>
              <a:pPr marL="0" indent="0" algn="ctr">
                <a:lnSpc>
                  <a:spcPct val="115000"/>
                </a:lnSpc>
                <a:spcBef>
                  <a:spcPts val="0"/>
                </a:spcBef>
                <a:buNone/>
              </a:pPr>
              <a:r>
                <a:rPr lang="en-US" sz="950" b="0" i="0" u="none" strike="noStrike" kern="1200" spc="0">
                  <a:solidFill>
                    <a:srgbClr val="627083"/>
                  </a:solidFill>
                  <a:latin typeface="Aptos"/>
                  <a:ea typeface="+mn-ea"/>
                  <a:cs typeface="+mn-cs"/>
                </a:rPr>
                <a:t>Who needs more—or less?</a:t>
              </a:r>
            </a:p>
          </p:txBody>
        </p:sp>
        <p:sp>
          <p:nvSpPr>
            <p:cNvPr id="27" name="Shape 274">
              <a:extLst>
                <a:ext uri="{FF2B5EF4-FFF2-40B4-BE49-F238E27FC236}">
                  <a16:creationId xmlns:a16="http://schemas.microsoft.com/office/drawing/2014/main" id="{549366EF-2C52-E330-1122-6F79C733A35B}"/>
                </a:ext>
              </a:extLst>
            </p:cNvPr>
            <p:cNvSpPr/>
            <p:nvPr/>
          </p:nvSpPr>
          <p:spPr>
            <a:xfrm>
              <a:off x="5790846" y="5150000"/>
              <a:ext cx="520000" cy="520000"/>
            </a:xfrm>
            <a:prstGeom prst="ellipse">
              <a:avLst/>
            </a:prstGeom>
            <a:solidFill>
              <a:srgbClr val="7454D6"/>
            </a:solidFill>
            <a:ln>
              <a:noFill/>
            </a:ln>
          </p:spPr>
          <p:txBody>
            <a:bodyPr wrap="square" lIns="45720" tIns="45720" rIns="45720" bIns="45720" rtlCol="0" anchor="ctr">
              <a:normAutofit/>
            </a:bodyPr>
            <a:lstStyle/>
            <a:p>
              <a:pPr marL="0" indent="0" algn="ctr">
                <a:lnSpc>
                  <a:spcPct val="100000"/>
                </a:lnSpc>
                <a:spcBef>
                  <a:spcPts val="0"/>
                </a:spcBef>
                <a:buNone/>
              </a:pPr>
              <a:r>
                <a:rPr lang="en-US" sz="1400" b="1" i="0" u="none" strike="noStrike" kern="1200" spc="0">
                  <a:solidFill>
                    <a:srgbClr val="FFFFFF"/>
                  </a:solidFill>
                  <a:latin typeface="Aptos"/>
                  <a:ea typeface="+mn-ea"/>
                  <a:cs typeface="+mn-cs"/>
                </a:rPr>
                <a:t>4</a:t>
              </a:r>
            </a:p>
          </p:txBody>
        </p:sp>
        <p:sp>
          <p:nvSpPr>
            <p:cNvPr id="28" name="Text 276">
              <a:extLst>
                <a:ext uri="{FF2B5EF4-FFF2-40B4-BE49-F238E27FC236}">
                  <a16:creationId xmlns:a16="http://schemas.microsoft.com/office/drawing/2014/main" id="{EA93403C-B4D2-71C1-7DA5-487D685585DA}"/>
                </a:ext>
              </a:extLst>
            </p:cNvPr>
            <p:cNvSpPr txBox="1"/>
            <p:nvPr/>
          </p:nvSpPr>
          <p:spPr>
            <a:xfrm>
              <a:off x="6783714" y="4745494"/>
              <a:ext cx="1509690" cy="320040"/>
            </a:xfrm>
            <a:prstGeom prst="rect">
              <a:avLst/>
            </a:prstGeom>
            <a:noFill/>
            <a:ln>
              <a:noFill/>
            </a:ln>
          </p:spPr>
          <p:txBody>
            <a:bodyPr wrap="square" lIns="0" tIns="0" rIns="0" bIns="0" rtlCol="0" anchor="t">
              <a:normAutofit/>
            </a:bodyPr>
            <a:lstStyle/>
            <a:p>
              <a:pPr marL="0" indent="0" algn="ctr">
                <a:lnSpc>
                  <a:spcPct val="100000"/>
                </a:lnSpc>
                <a:spcBef>
                  <a:spcPts val="0"/>
                </a:spcBef>
                <a:buNone/>
              </a:pPr>
              <a:r>
                <a:rPr lang="en-US" sz="1200" b="1" i="0" u="none" strike="noStrike" kern="1200" spc="0">
                  <a:solidFill>
                    <a:srgbClr val="10243E"/>
                  </a:solidFill>
                  <a:latin typeface="Aptos"/>
                  <a:ea typeface="+mn-ea"/>
                  <a:cs typeface="+mn-cs"/>
                </a:rPr>
                <a:t>Forecast</a:t>
              </a:r>
            </a:p>
          </p:txBody>
        </p:sp>
        <p:sp>
          <p:nvSpPr>
            <p:cNvPr id="29" name="Text 278">
              <a:extLst>
                <a:ext uri="{FF2B5EF4-FFF2-40B4-BE49-F238E27FC236}">
                  <a16:creationId xmlns:a16="http://schemas.microsoft.com/office/drawing/2014/main" id="{7846E869-5897-073D-E837-9B38B6EE1740}"/>
                </a:ext>
              </a:extLst>
            </p:cNvPr>
            <p:cNvSpPr txBox="1"/>
            <p:nvPr/>
          </p:nvSpPr>
          <p:spPr>
            <a:xfrm>
              <a:off x="6783714" y="4924013"/>
              <a:ext cx="1509690" cy="500000"/>
            </a:xfrm>
            <a:prstGeom prst="rect">
              <a:avLst/>
            </a:prstGeom>
            <a:noFill/>
            <a:ln>
              <a:noFill/>
            </a:ln>
          </p:spPr>
          <p:txBody>
            <a:bodyPr wrap="square" lIns="0" tIns="0" rIns="0" bIns="0" rtlCol="0" anchor="t">
              <a:normAutofit/>
            </a:bodyPr>
            <a:lstStyle/>
            <a:p>
              <a:pPr marL="0" indent="0" algn="ctr">
                <a:lnSpc>
                  <a:spcPct val="115000"/>
                </a:lnSpc>
                <a:spcBef>
                  <a:spcPts val="0"/>
                </a:spcBef>
                <a:buNone/>
              </a:pPr>
              <a:r>
                <a:rPr lang="en-US" sz="950" b="0" i="0" u="none" strike="noStrike" kern="1200" spc="0">
                  <a:solidFill>
                    <a:srgbClr val="627083"/>
                  </a:solidFill>
                  <a:latin typeface="Aptos"/>
                  <a:ea typeface="+mn-ea"/>
                  <a:cs typeface="+mn-cs"/>
                </a:rPr>
                <a:t>When is capacity exceeded?</a:t>
              </a:r>
            </a:p>
          </p:txBody>
        </p:sp>
        <p:sp>
          <p:nvSpPr>
            <p:cNvPr id="30" name="Shape 280">
              <a:extLst>
                <a:ext uri="{FF2B5EF4-FFF2-40B4-BE49-F238E27FC236}">
                  <a16:creationId xmlns:a16="http://schemas.microsoft.com/office/drawing/2014/main" id="{C3E47829-943A-ED61-C760-F38DB121A850}"/>
                </a:ext>
              </a:extLst>
            </p:cNvPr>
            <p:cNvSpPr/>
            <p:nvPr/>
          </p:nvSpPr>
          <p:spPr>
            <a:xfrm>
              <a:off x="7300536" y="5150000"/>
              <a:ext cx="520000" cy="520000"/>
            </a:xfrm>
            <a:prstGeom prst="ellipse">
              <a:avLst/>
            </a:prstGeom>
            <a:solidFill>
              <a:srgbClr val="10B8B1"/>
            </a:solidFill>
            <a:ln>
              <a:noFill/>
            </a:ln>
          </p:spPr>
          <p:txBody>
            <a:bodyPr wrap="square" lIns="45720" tIns="45720" rIns="45720" bIns="45720" rtlCol="0" anchor="ctr">
              <a:normAutofit/>
            </a:bodyPr>
            <a:lstStyle/>
            <a:p>
              <a:pPr marL="0" indent="0" algn="ctr">
                <a:lnSpc>
                  <a:spcPct val="100000"/>
                </a:lnSpc>
                <a:spcBef>
                  <a:spcPts val="0"/>
                </a:spcBef>
                <a:buNone/>
              </a:pPr>
              <a:r>
                <a:rPr lang="en-US" sz="1400" b="1" i="0" u="none" strike="noStrike" kern="1200" spc="0">
                  <a:solidFill>
                    <a:srgbClr val="FFFFFF"/>
                  </a:solidFill>
                  <a:latin typeface="Aptos"/>
                  <a:ea typeface="+mn-ea"/>
                  <a:cs typeface="+mn-cs"/>
                </a:rPr>
                <a:t>5</a:t>
              </a:r>
            </a:p>
          </p:txBody>
        </p:sp>
        <p:sp>
          <p:nvSpPr>
            <p:cNvPr id="34" name="Text 288">
              <a:extLst>
                <a:ext uri="{FF2B5EF4-FFF2-40B4-BE49-F238E27FC236}">
                  <a16:creationId xmlns:a16="http://schemas.microsoft.com/office/drawing/2014/main" id="{3894BA9A-9C97-BCC2-8EC3-A5BA68140A1B}"/>
                </a:ext>
              </a:extLst>
            </p:cNvPr>
            <p:cNvSpPr txBox="1"/>
            <p:nvPr/>
          </p:nvSpPr>
          <p:spPr>
            <a:xfrm>
              <a:off x="2276619" y="5708950"/>
              <a:ext cx="1509690" cy="320040"/>
            </a:xfrm>
            <a:prstGeom prst="rect">
              <a:avLst/>
            </a:prstGeom>
            <a:noFill/>
            <a:ln>
              <a:noFill/>
            </a:ln>
          </p:spPr>
          <p:txBody>
            <a:bodyPr wrap="square" lIns="0" tIns="0" rIns="0" bIns="0" rtlCol="0" anchor="t">
              <a:normAutofit/>
            </a:bodyPr>
            <a:lstStyle/>
            <a:p>
              <a:pPr algn="ctr"/>
              <a:r>
                <a:rPr lang="en-US" sz="1200" b="1">
                  <a:solidFill>
                    <a:srgbClr val="10243E"/>
                  </a:solidFill>
                  <a:latin typeface="Aptos"/>
                </a:rPr>
                <a:t>PAYGO Model</a:t>
              </a:r>
              <a:endParaRPr lang="en-US" sz="1200" b="1" i="0" u="none" strike="noStrike" kern="1200" spc="0">
                <a:solidFill>
                  <a:srgbClr val="10243E"/>
                </a:solidFill>
                <a:latin typeface="Aptos"/>
                <a:ea typeface="+mn-ea"/>
                <a:cs typeface="+mn-cs"/>
              </a:endParaRPr>
            </a:p>
          </p:txBody>
        </p:sp>
        <p:sp>
          <p:nvSpPr>
            <p:cNvPr id="35" name="Text 290">
              <a:extLst>
                <a:ext uri="{FF2B5EF4-FFF2-40B4-BE49-F238E27FC236}">
                  <a16:creationId xmlns:a16="http://schemas.microsoft.com/office/drawing/2014/main" id="{928BB20B-906E-C854-04E8-DF827F132E2C}"/>
                </a:ext>
              </a:extLst>
            </p:cNvPr>
            <p:cNvSpPr txBox="1"/>
            <p:nvPr/>
          </p:nvSpPr>
          <p:spPr>
            <a:xfrm>
              <a:off x="2276619" y="5887469"/>
              <a:ext cx="1509690" cy="500000"/>
            </a:xfrm>
            <a:prstGeom prst="rect">
              <a:avLst/>
            </a:prstGeom>
            <a:noFill/>
            <a:ln>
              <a:noFill/>
            </a:ln>
          </p:spPr>
          <p:txBody>
            <a:bodyPr wrap="square" lIns="0" tIns="0" rIns="0" bIns="0" rtlCol="0" anchor="t">
              <a:normAutofit/>
            </a:bodyPr>
            <a:lstStyle/>
            <a:p>
              <a:pPr algn="ctr">
                <a:lnSpc>
                  <a:spcPct val="115000"/>
                </a:lnSpc>
              </a:pPr>
              <a:r>
                <a:rPr lang="en-US" sz="950" b="0" i="0" u="none" strike="noStrike" kern="1200" spc="0">
                  <a:solidFill>
                    <a:srgbClr val="627083"/>
                  </a:solidFill>
                  <a:latin typeface="Aptos"/>
                  <a:ea typeface="+mn-ea"/>
                  <a:cs typeface="+mn-cs"/>
                </a:rPr>
                <a:t>How </a:t>
              </a:r>
              <a:r>
                <a:rPr lang="en-US" sz="950">
                  <a:solidFill>
                    <a:srgbClr val="627083"/>
                  </a:solidFill>
                  <a:latin typeface="Aptos"/>
                </a:rPr>
                <a:t>much is each team spending?</a:t>
              </a:r>
              <a:endParaRPr lang="en-US" sz="950" b="0" i="0" u="none" strike="noStrike" kern="1200" spc="0">
                <a:solidFill>
                  <a:srgbClr val="627083"/>
                </a:solidFill>
                <a:latin typeface="Aptos"/>
              </a:endParaRPr>
            </a:p>
          </p:txBody>
        </p:sp>
      </p:grpSp>
      <p:sp>
        <p:nvSpPr>
          <p:cNvPr id="5" name="Text 270">
            <a:extLst>
              <a:ext uri="{FF2B5EF4-FFF2-40B4-BE49-F238E27FC236}">
                <a16:creationId xmlns:a16="http://schemas.microsoft.com/office/drawing/2014/main" id="{60424E35-A842-0F9B-4066-59E3EF1061EB}"/>
              </a:ext>
            </a:extLst>
          </p:cNvPr>
          <p:cNvSpPr txBox="1"/>
          <p:nvPr/>
        </p:nvSpPr>
        <p:spPr>
          <a:xfrm>
            <a:off x="4589416" y="4793687"/>
            <a:ext cx="2482146" cy="349068"/>
          </a:xfrm>
          <a:prstGeom prst="rect">
            <a:avLst/>
          </a:prstGeom>
          <a:noFill/>
          <a:ln>
            <a:noFill/>
          </a:ln>
        </p:spPr>
        <p:txBody>
          <a:bodyPr wrap="square" lIns="0" tIns="0" rIns="0" bIns="0" rtlCol="0" anchor="t">
            <a:normAutofit/>
          </a:bodyPr>
          <a:lstStyle/>
          <a:p>
            <a:pPr algn="ctr"/>
            <a:r>
              <a:rPr lang="en-US" sz="1200" b="1">
                <a:solidFill>
                  <a:srgbClr val="10243E"/>
                </a:solidFill>
                <a:latin typeface="Aptos"/>
              </a:rPr>
              <a:t>Prepaid + PAYGO Modeling</a:t>
            </a:r>
            <a:endParaRPr lang="en-US" sz="1200" b="1" i="0" u="none" strike="noStrike" kern="1200" spc="0">
              <a:solidFill>
                <a:srgbClr val="10243E"/>
              </a:solidFill>
              <a:latin typeface="Aptos"/>
              <a:ea typeface="+mn-ea"/>
              <a:cs typeface="+mn-cs"/>
            </a:endParaRPr>
          </a:p>
        </p:txBody>
      </p:sp>
      <p:sp>
        <p:nvSpPr>
          <p:cNvPr id="7" name="Text 272">
            <a:extLst>
              <a:ext uri="{FF2B5EF4-FFF2-40B4-BE49-F238E27FC236}">
                <a16:creationId xmlns:a16="http://schemas.microsoft.com/office/drawing/2014/main" id="{924E076F-7E99-5589-0FDA-39BEC4C531CB}"/>
              </a:ext>
            </a:extLst>
          </p:cNvPr>
          <p:cNvSpPr txBox="1"/>
          <p:nvPr/>
        </p:nvSpPr>
        <p:spPr>
          <a:xfrm>
            <a:off x="4807130" y="4965779"/>
            <a:ext cx="2010432" cy="514514"/>
          </a:xfrm>
          <a:prstGeom prst="rect">
            <a:avLst/>
          </a:prstGeom>
          <a:noFill/>
          <a:ln>
            <a:noFill/>
          </a:ln>
        </p:spPr>
        <p:txBody>
          <a:bodyPr wrap="square" lIns="0" tIns="0" rIns="0" bIns="0" rtlCol="0" anchor="t">
            <a:normAutofit/>
          </a:bodyPr>
          <a:lstStyle/>
          <a:p>
            <a:pPr algn="ctr"/>
            <a:r>
              <a:rPr lang="en-US" sz="1000">
                <a:solidFill>
                  <a:srgbClr val="627083"/>
                </a:solidFill>
                <a:latin typeface="Aptos"/>
              </a:rPr>
              <a:t>How should the pool be split</a:t>
            </a:r>
            <a:r>
              <a:rPr lang="en-US" sz="1000" b="0" i="0" u="none" strike="noStrike" kern="1200" spc="0">
                <a:solidFill>
                  <a:srgbClr val="627083"/>
                </a:solidFill>
                <a:latin typeface="Aptos"/>
                <a:ea typeface="+mn-ea"/>
                <a:cs typeface="+mn-cs"/>
              </a:rPr>
              <a:t>?</a:t>
            </a:r>
            <a:endParaRPr lang="en-US" sz="1000">
              <a:solidFill>
                <a:srgbClr val="000000"/>
              </a:solidFill>
              <a:latin typeface="Aptos"/>
            </a:endParaRPr>
          </a:p>
          <a:p>
            <a:pPr marL="0" indent="0" algn="ctr">
              <a:lnSpc>
                <a:spcPct val="114999"/>
              </a:lnSpc>
              <a:spcBef>
                <a:spcPts val="0"/>
              </a:spcBef>
              <a:buNone/>
            </a:pPr>
            <a:endParaRPr lang="en-US" sz="950" b="0" i="0" u="none" strike="noStrike" kern="1200" spc="0">
              <a:solidFill>
                <a:srgbClr val="627083"/>
              </a:solidFill>
              <a:latin typeface="Aptos"/>
            </a:endParaRPr>
          </a:p>
        </p:txBody>
      </p:sp>
    </p:spTree>
    <p:extLst>
      <p:ext uri="{BB962C8B-B14F-4D97-AF65-F5344CB8AC3E}">
        <p14:creationId xmlns:p14="http://schemas.microsoft.com/office/powerpoint/2010/main" val="3247270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10243E"/>
          </a:solidFill>
          <a:ln>
            <a:noFill/>
          </a:ln>
        </p:spPr>
        <p:txBody>
          <a:bodyPr/>
          <a:lstStyle/>
          <a:p>
            <a:pPr algn="l">
              <a:buNone/>
            </a:pPr>
            <a:endParaRPr lang="en-US" sz="1800">
              <a:latin typeface="Aptos"/>
            </a:endParaRPr>
          </a:p>
        </p:txBody>
      </p:sp>
      <p:sp>
        <p:nvSpPr>
          <p:cNvPr id="3" name="Shape 3"/>
          <p:cNvSpPr/>
          <p:nvPr/>
        </p:nvSpPr>
        <p:spPr>
          <a:xfrm>
            <a:off x="7955280" y="0"/>
            <a:ext cx="4236720" cy="6858000"/>
          </a:xfrm>
          <a:prstGeom prst="rect">
            <a:avLst/>
          </a:prstGeom>
          <a:solidFill>
            <a:srgbClr val="10B8B1"/>
          </a:solidFill>
          <a:ln>
            <a:noFill/>
          </a:ln>
        </p:spPr>
        <p:txBody>
          <a:bodyPr/>
          <a:lstStyle/>
          <a:p>
            <a:pPr algn="l">
              <a:buNone/>
            </a:pPr>
            <a:endParaRPr lang="en-US" sz="1800">
              <a:latin typeface="Aptos"/>
            </a:endParaRPr>
          </a:p>
        </p:txBody>
      </p:sp>
      <p:sp>
        <p:nvSpPr>
          <p:cNvPr id="10" name="Text 4">
            <a:extLst>
              <a:ext uri="{FF2B5EF4-FFF2-40B4-BE49-F238E27FC236}">
                <a16:creationId xmlns:a16="http://schemas.microsoft.com/office/drawing/2014/main" id="{72B0C2AC-B967-472E-9A76-488C7CE1C31E}"/>
              </a:ext>
            </a:extLst>
          </p:cNvPr>
          <p:cNvSpPr/>
          <p:nvPr/>
        </p:nvSpPr>
        <p:spPr>
          <a:xfrm>
            <a:off x="731520" y="1803400"/>
            <a:ext cx="7112000" cy="6985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00" b="1" i="0" u="none" strike="noStrike" kern="1200" cap="none" spc="0" normalizeH="0" baseline="0" noProof="0">
                <a:ln>
                  <a:noFill/>
                </a:ln>
                <a:solidFill>
                  <a:srgbClr val="FFFFFF"/>
                </a:solidFill>
                <a:effectLst/>
                <a:uLnTx/>
                <a:uFillTx/>
                <a:latin typeface="Aptos Display" panose="020B0004020202020204" pitchFamily="34" charset="0"/>
                <a:ea typeface="+mn-ea"/>
                <a:cs typeface="+mn-cs"/>
              </a:rPr>
              <a:t>Setting up the report</a:t>
            </a:r>
          </a:p>
        </p:txBody>
      </p:sp>
      <p:sp>
        <p:nvSpPr>
          <p:cNvPr id="5" name="Theme Footer">
            <a:extLst>
              <a:ext uri="{FF2B5EF4-FFF2-40B4-BE49-F238E27FC236}">
                <a16:creationId xmlns:a16="http://schemas.microsoft.com/office/drawing/2014/main" id="{740D56C0-1D75-7E68-630C-404759A371F8}"/>
              </a:ext>
            </a:extLst>
          </p:cNvPr>
          <p:cNvSpPr txBox="1"/>
          <p:nvPr/>
        </p:nvSpPr>
        <p:spPr>
          <a:xfrm>
            <a:off x="566420" y="6705600"/>
            <a:ext cx="11059160" cy="107722"/>
          </a:xfrm>
          <a:prstGeom prst="rect">
            <a:avLst/>
          </a:prstGeom>
          <a:noFill/>
        </p:spPr>
        <p:txBody>
          <a:bodyPr vert="horz" lIns="0" tIns="0" rIns="0" bIns="0" rtlCol="0">
            <a:spAutoFit/>
          </a:bodyPr>
          <a:lstStyle/>
          <a:p>
            <a:pPr algn="r"/>
            <a:r>
              <a:rPr lang="en-US" sz="700" b="1">
                <a:solidFill>
                  <a:srgbClr val="CBD5E1"/>
                </a:solidFill>
                <a:latin typeface="Aptos" panose="020B0004020202020204" pitchFamily="34" charset="0"/>
              </a:rPr>
              <a:t>COWORK CREDIT CHARGEBACK</a:t>
            </a:r>
          </a:p>
        </p:txBody>
      </p:sp>
    </p:spTree>
    <p:extLst>
      <p:ext uri="{BB962C8B-B14F-4D97-AF65-F5344CB8AC3E}">
        <p14:creationId xmlns:p14="http://schemas.microsoft.com/office/powerpoint/2010/main" val="2398021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66928" y="310896"/>
            <a:ext cx="11058144" cy="201168"/>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000" b="1" i="0" u="none" strike="noStrike" kern="1200" spc="120">
                <a:solidFill>
                  <a:srgbClr val="10B8B1"/>
                </a:solidFill>
                <a:latin typeface="Aptos" panose="020B0004020202020204" pitchFamily="34" charset="0"/>
                <a:ea typeface="+mn-ea"/>
                <a:cs typeface="+mn-cs"/>
              </a:rPr>
              <a:t>DATA INPUTS</a:t>
            </a:r>
          </a:p>
        </p:txBody>
      </p:sp>
      <p:sp>
        <p:nvSpPr>
          <p:cNvPr id="3" name="Text 3"/>
          <p:cNvSpPr txBox="1"/>
          <p:nvPr/>
        </p:nvSpPr>
        <p:spPr>
          <a:xfrm>
            <a:off x="566928" y="566928"/>
            <a:ext cx="11018520" cy="640080"/>
          </a:xfrm>
          <a:prstGeom prst="rect">
            <a:avLst/>
          </a:prstGeom>
          <a:noFill/>
          <a:ln>
            <a:noFill/>
          </a:ln>
        </p:spPr>
        <p:txBody>
          <a:bodyPr wrap="square" lIns="0" tIns="0" rIns="0" bIns="0" rtlCol="0" anchor="t">
            <a:normAutofit/>
          </a:bodyPr>
          <a:lstStyle/>
          <a:p>
            <a:pPr marL="0" indent="0" algn="l">
              <a:lnSpc>
                <a:spcPct val="105000"/>
              </a:lnSpc>
              <a:spcBef>
                <a:spcPts val="0"/>
              </a:spcBef>
              <a:buNone/>
            </a:pPr>
            <a:r>
              <a:rPr lang="en-US" sz="2800" b="1" i="0" u="none" strike="noStrike" kern="1200" spc="0">
                <a:solidFill>
                  <a:srgbClr val="10243E"/>
                </a:solidFill>
                <a:latin typeface="Aptos" panose="020B0004020202020204" pitchFamily="34" charset="0"/>
                <a:ea typeface="+mn-ea"/>
                <a:cs typeface="+mn-cs"/>
              </a:rPr>
              <a:t>Two familiar exports are the only required data inputs</a:t>
            </a:r>
          </a:p>
        </p:txBody>
      </p:sp>
      <p:sp>
        <p:nvSpPr>
          <p:cNvPr id="373" name="Shape 374"/>
          <p:cNvSpPr/>
          <p:nvPr/>
        </p:nvSpPr>
        <p:spPr>
          <a:xfrm>
            <a:off x="6096000" y="1650000"/>
            <a:ext cx="12700" cy="2700000"/>
          </a:xfrm>
          <a:prstGeom prst="rect">
            <a:avLst/>
          </a:prstGeom>
          <a:solidFill>
            <a:srgbClr val="D9E1EA"/>
          </a:solidFill>
          <a:ln>
            <a:noFill/>
          </a:ln>
        </p:spPr>
        <p:txBody>
          <a:bodyPr wrap="square" lIns="45720" tIns="45720" rIns="45720" bIns="45720" rtlCol="0" anchor="ctr">
            <a:normAutofit/>
          </a:bodyPr>
          <a:lstStyle/>
          <a:p>
            <a:pPr>
              <a:buNone/>
            </a:pPr>
            <a:endParaRPr/>
          </a:p>
        </p:txBody>
      </p:sp>
      <p:sp>
        <p:nvSpPr>
          <p:cNvPr id="375" name="Text 376"/>
          <p:cNvSpPr txBox="1"/>
          <p:nvPr/>
        </p:nvSpPr>
        <p:spPr>
          <a:xfrm>
            <a:off x="566928" y="1650000"/>
            <a:ext cx="4929072" cy="70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3600" b="1" i="0" u="none" strike="noStrike" kern="1200" spc="0">
                <a:solidFill>
                  <a:srgbClr val="10B8B1"/>
                </a:solidFill>
                <a:latin typeface="Aptos"/>
                <a:ea typeface="+mn-ea"/>
                <a:cs typeface="+mn-cs"/>
              </a:rPr>
              <a:t>1</a:t>
            </a:r>
          </a:p>
        </p:txBody>
      </p:sp>
      <p:sp>
        <p:nvSpPr>
          <p:cNvPr id="377" name="Text 378"/>
          <p:cNvSpPr txBox="1"/>
          <p:nvPr/>
        </p:nvSpPr>
        <p:spPr>
          <a:xfrm>
            <a:off x="566928" y="2450000"/>
            <a:ext cx="4929072" cy="40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800" b="1" i="0" u="none" strike="noStrike" kern="1200" spc="0">
                <a:solidFill>
                  <a:srgbClr val="10243E"/>
                </a:solidFill>
                <a:latin typeface="Aptos"/>
                <a:ea typeface="+mn-ea"/>
                <a:cs typeface="+mn-cs"/>
              </a:rPr>
              <a:t>Copilot credit consumption</a:t>
            </a:r>
          </a:p>
        </p:txBody>
      </p:sp>
      <p:sp>
        <p:nvSpPr>
          <p:cNvPr id="379" name="Text 380"/>
          <p:cNvSpPr txBox="1"/>
          <p:nvPr/>
        </p:nvSpPr>
        <p:spPr>
          <a:xfrm>
            <a:off x="566928" y="300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100" b="1" i="0" u="none" strike="noStrike" kern="1200" spc="0">
                <a:solidFill>
                  <a:srgbClr val="10B8B1"/>
                </a:solidFill>
                <a:latin typeface="Aptos"/>
                <a:ea typeface="+mn-ea"/>
                <a:cs typeface="+mn-cs"/>
              </a:rPr>
              <a:t>·</a:t>
            </a:r>
          </a:p>
        </p:txBody>
      </p:sp>
      <p:sp>
        <p:nvSpPr>
          <p:cNvPr id="381" name="Text 382"/>
          <p:cNvSpPr txBox="1"/>
          <p:nvPr/>
        </p:nvSpPr>
        <p:spPr>
          <a:xfrm>
            <a:off x="796928" y="3000000"/>
            <a:ext cx="4699072"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100" b="0" i="0" u="none" strike="noStrike" kern="1200" spc="0">
                <a:solidFill>
                  <a:srgbClr val="627083"/>
                </a:solidFill>
                <a:latin typeface="Aptos"/>
                <a:ea typeface="+mn-ea"/>
                <a:cs typeface="+mn-cs"/>
              </a:rPr>
              <a:t>Source: Microsoft 365 Admin Center</a:t>
            </a:r>
          </a:p>
        </p:txBody>
      </p:sp>
      <p:sp>
        <p:nvSpPr>
          <p:cNvPr id="383" name="Text 384"/>
          <p:cNvSpPr txBox="1"/>
          <p:nvPr/>
        </p:nvSpPr>
        <p:spPr>
          <a:xfrm>
            <a:off x="566928" y="356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100" b="1" i="0" u="none" strike="noStrike" kern="1200" spc="0">
                <a:solidFill>
                  <a:srgbClr val="10B8B1"/>
                </a:solidFill>
                <a:latin typeface="Aptos"/>
                <a:ea typeface="+mn-ea"/>
                <a:cs typeface="+mn-cs"/>
              </a:rPr>
              <a:t>·</a:t>
            </a:r>
          </a:p>
        </p:txBody>
      </p:sp>
      <p:sp>
        <p:nvSpPr>
          <p:cNvPr id="385" name="Text 386"/>
          <p:cNvSpPr txBox="1"/>
          <p:nvPr/>
        </p:nvSpPr>
        <p:spPr>
          <a:xfrm>
            <a:off x="796928" y="3560000"/>
            <a:ext cx="4699072"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100" b="0" i="0" u="none" strike="noStrike" kern="1200" spc="0">
                <a:solidFill>
                  <a:srgbClr val="627083"/>
                </a:solidFill>
                <a:latin typeface="Aptos"/>
                <a:ea typeface="+mn-ea"/>
                <a:cs typeface="+mn-cs"/>
              </a:rPr>
              <a:t>Provides per-user allowance, credits used, sessions, utilization, and activity.</a:t>
            </a:r>
          </a:p>
        </p:txBody>
      </p:sp>
      <p:sp>
        <p:nvSpPr>
          <p:cNvPr id="387" name="Text 388"/>
          <p:cNvSpPr txBox="1"/>
          <p:nvPr/>
        </p:nvSpPr>
        <p:spPr>
          <a:xfrm>
            <a:off x="566928" y="412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100" b="1" i="0" u="none" strike="noStrike" kern="1200" spc="0">
                <a:solidFill>
                  <a:srgbClr val="10B8B1"/>
                </a:solidFill>
                <a:latin typeface="Aptos"/>
                <a:ea typeface="+mn-ea"/>
                <a:cs typeface="+mn-cs"/>
              </a:rPr>
              <a:t>·</a:t>
            </a:r>
          </a:p>
        </p:txBody>
      </p:sp>
      <p:sp>
        <p:nvSpPr>
          <p:cNvPr id="389" name="Text 390"/>
          <p:cNvSpPr txBox="1"/>
          <p:nvPr/>
        </p:nvSpPr>
        <p:spPr>
          <a:xfrm>
            <a:off x="796928" y="4120000"/>
            <a:ext cx="4699072"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100" b="0" i="0" u="none" strike="noStrike" kern="1200" spc="0">
                <a:solidFill>
                  <a:srgbClr val="627083"/>
                </a:solidFill>
                <a:latin typeface="Aptos"/>
                <a:ea typeface="+mn-ea"/>
                <a:cs typeface="+mn-cs"/>
              </a:rPr>
              <a:t>This is a single credit stream—not broken out by surface.</a:t>
            </a:r>
          </a:p>
        </p:txBody>
      </p:sp>
      <p:sp>
        <p:nvSpPr>
          <p:cNvPr id="391" name="Text 392"/>
          <p:cNvSpPr txBox="1"/>
          <p:nvPr/>
        </p:nvSpPr>
        <p:spPr>
          <a:xfrm>
            <a:off x="6696000" y="1650000"/>
            <a:ext cx="4929072" cy="70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3600" b="1" i="0" u="none" strike="noStrike" kern="1200" spc="0">
                <a:solidFill>
                  <a:srgbClr val="F2B84B"/>
                </a:solidFill>
                <a:latin typeface="Aptos"/>
                <a:ea typeface="+mn-ea"/>
                <a:cs typeface="+mn-cs"/>
              </a:rPr>
              <a:t>2</a:t>
            </a:r>
          </a:p>
        </p:txBody>
      </p:sp>
      <p:sp>
        <p:nvSpPr>
          <p:cNvPr id="393" name="Text 394"/>
          <p:cNvSpPr txBox="1"/>
          <p:nvPr/>
        </p:nvSpPr>
        <p:spPr>
          <a:xfrm>
            <a:off x="6696000" y="2450000"/>
            <a:ext cx="4929072" cy="40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800" b="1" i="0" u="none" strike="noStrike" kern="1200" spc="0">
                <a:solidFill>
                  <a:srgbClr val="10243E"/>
                </a:solidFill>
                <a:latin typeface="Aptos"/>
                <a:ea typeface="+mn-ea"/>
                <a:cs typeface="+mn-cs"/>
              </a:rPr>
              <a:t>Microsoft Entra directory</a:t>
            </a:r>
          </a:p>
        </p:txBody>
      </p:sp>
      <p:sp>
        <p:nvSpPr>
          <p:cNvPr id="395" name="Text 396"/>
          <p:cNvSpPr txBox="1"/>
          <p:nvPr/>
        </p:nvSpPr>
        <p:spPr>
          <a:xfrm>
            <a:off x="6696000" y="300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100" b="1" i="0" u="none" strike="noStrike" kern="1200" spc="0">
                <a:solidFill>
                  <a:srgbClr val="F2B84B"/>
                </a:solidFill>
                <a:latin typeface="Aptos"/>
                <a:ea typeface="+mn-ea"/>
                <a:cs typeface="+mn-cs"/>
              </a:rPr>
              <a:t>·</a:t>
            </a:r>
          </a:p>
        </p:txBody>
      </p:sp>
      <p:sp>
        <p:nvSpPr>
          <p:cNvPr id="397" name="Text 398"/>
          <p:cNvSpPr txBox="1"/>
          <p:nvPr/>
        </p:nvSpPr>
        <p:spPr>
          <a:xfrm>
            <a:off x="6926000" y="3000000"/>
            <a:ext cx="4699072"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100" b="0" i="0" u="none" strike="noStrike" kern="1200" spc="0">
                <a:solidFill>
                  <a:srgbClr val="627083"/>
                </a:solidFill>
                <a:latin typeface="Aptos"/>
                <a:ea typeface="+mn-ea"/>
                <a:cs typeface="+mn-cs"/>
              </a:rPr>
              <a:t>Source: Entra admin center or Microsoft Graph</a:t>
            </a:r>
          </a:p>
        </p:txBody>
      </p:sp>
      <p:sp>
        <p:nvSpPr>
          <p:cNvPr id="399" name="Text 400"/>
          <p:cNvSpPr txBox="1"/>
          <p:nvPr/>
        </p:nvSpPr>
        <p:spPr>
          <a:xfrm>
            <a:off x="6696000" y="356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100" b="1" i="0" u="none" strike="noStrike" kern="1200" spc="0">
                <a:solidFill>
                  <a:srgbClr val="F2B84B"/>
                </a:solidFill>
                <a:latin typeface="Aptos"/>
                <a:ea typeface="+mn-ea"/>
                <a:cs typeface="+mn-cs"/>
              </a:rPr>
              <a:t>·</a:t>
            </a:r>
          </a:p>
        </p:txBody>
      </p:sp>
      <p:sp>
        <p:nvSpPr>
          <p:cNvPr id="401" name="Text 402"/>
          <p:cNvSpPr txBox="1"/>
          <p:nvPr/>
        </p:nvSpPr>
        <p:spPr>
          <a:xfrm>
            <a:off x="6926000" y="3560000"/>
            <a:ext cx="4699072"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100" b="0" i="0" u="none" strike="noStrike" kern="1200" spc="0">
                <a:solidFill>
                  <a:srgbClr val="627083"/>
                </a:solidFill>
                <a:latin typeface="Aptos"/>
                <a:ea typeface="+mn-ea"/>
                <a:cs typeface="+mn-cs"/>
              </a:rPr>
              <a:t>Provides department, job title, city, country, and manager.</a:t>
            </a:r>
          </a:p>
        </p:txBody>
      </p:sp>
      <p:sp>
        <p:nvSpPr>
          <p:cNvPr id="403" name="Text 404"/>
          <p:cNvSpPr txBox="1"/>
          <p:nvPr/>
        </p:nvSpPr>
        <p:spPr>
          <a:xfrm>
            <a:off x="6696000" y="4120000"/>
            <a:ext cx="200000" cy="560000"/>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100" b="1" i="0" u="none" strike="noStrike" kern="1200" spc="0">
                <a:solidFill>
                  <a:srgbClr val="F2B84B"/>
                </a:solidFill>
                <a:latin typeface="Aptos"/>
                <a:ea typeface="+mn-ea"/>
                <a:cs typeface="+mn-cs"/>
              </a:rPr>
              <a:t>·</a:t>
            </a:r>
          </a:p>
        </p:txBody>
      </p:sp>
      <p:sp>
        <p:nvSpPr>
          <p:cNvPr id="405" name="Text 406"/>
          <p:cNvSpPr txBox="1"/>
          <p:nvPr/>
        </p:nvSpPr>
        <p:spPr>
          <a:xfrm>
            <a:off x="6926000" y="4120000"/>
            <a:ext cx="4699072" cy="560000"/>
          </a:xfrm>
          <a:prstGeom prst="rect">
            <a:avLst/>
          </a:prstGeom>
          <a:noFill/>
          <a:ln>
            <a:noFill/>
          </a:ln>
        </p:spPr>
        <p:txBody>
          <a:bodyPr wrap="square" lIns="0" tIns="0" rIns="0" bIns="0" rtlCol="0" anchor="t">
            <a:normAutofit/>
          </a:bodyPr>
          <a:lstStyle/>
          <a:p>
            <a:pPr marL="0" indent="0" algn="l">
              <a:lnSpc>
                <a:spcPct val="110000"/>
              </a:lnSpc>
              <a:spcBef>
                <a:spcPts val="0"/>
              </a:spcBef>
              <a:buNone/>
            </a:pPr>
            <a:r>
              <a:rPr lang="en-US" sz="1100" b="0" i="0" u="none" strike="noStrike" kern="1200" spc="0">
                <a:solidFill>
                  <a:srgbClr val="627083"/>
                </a:solidFill>
                <a:latin typeface="Aptos"/>
                <a:ea typeface="+mn-ea"/>
                <a:cs typeface="+mn-cs"/>
              </a:rPr>
              <a:t>Adds the organizational context missing from the credit export.</a:t>
            </a:r>
          </a:p>
        </p:txBody>
      </p:sp>
      <p:sp>
        <p:nvSpPr>
          <p:cNvPr id="14" name="Shape 4">
            <a:extLst>
              <a:ext uri="{FF2B5EF4-FFF2-40B4-BE49-F238E27FC236}">
                <a16:creationId xmlns:a16="http://schemas.microsoft.com/office/drawing/2014/main" id="{2663B795-DFF9-1150-DE1F-E4C7F380D191}"/>
              </a:ext>
            </a:extLst>
          </p:cNvPr>
          <p:cNvSpPr/>
          <p:nvPr/>
        </p:nvSpPr>
        <p:spPr>
          <a:xfrm>
            <a:off x="408732" y="4892028"/>
            <a:ext cx="3533648" cy="502920"/>
          </a:xfrm>
          <a:prstGeom prst="homePlate">
            <a:avLst/>
          </a:prstGeom>
          <a:solidFill>
            <a:srgbClr val="10B8B1"/>
          </a:solidFill>
          <a:ln w="28575">
            <a:solidFill>
              <a:srgbClr val="075D5A"/>
            </a:solidFill>
          </a:ln>
        </p:spPr>
        <p:txBody>
          <a:bodyPr wrap="square" lIns="182880" tIns="0" rIns="182880" bIns="0" anchor="ctr"/>
          <a:lstStyle/>
          <a:p>
            <a:pPr algn="ctr">
              <a:buNone/>
            </a:pPr>
            <a:r>
              <a:rPr lang="en-US" sz="1100" b="1" i="0" u="none" strike="noStrike" kern="1200" spc="80">
                <a:solidFill>
                  <a:srgbClr val="FFFFFF"/>
                </a:solidFill>
                <a:latin typeface="Aptos"/>
                <a:ea typeface="+mn-ea"/>
                <a:cs typeface="+mn-cs"/>
              </a:rPr>
              <a:t>1 · EXPORT BOTH FILES</a:t>
            </a:r>
          </a:p>
        </p:txBody>
      </p:sp>
      <p:sp>
        <p:nvSpPr>
          <p:cNvPr id="15" name="Shape 5">
            <a:extLst>
              <a:ext uri="{FF2B5EF4-FFF2-40B4-BE49-F238E27FC236}">
                <a16:creationId xmlns:a16="http://schemas.microsoft.com/office/drawing/2014/main" id="{E703AA5A-3BAA-9336-A075-FB6B07BCD599}"/>
              </a:ext>
            </a:extLst>
          </p:cNvPr>
          <p:cNvSpPr/>
          <p:nvPr/>
        </p:nvSpPr>
        <p:spPr>
          <a:xfrm>
            <a:off x="4170980" y="4892028"/>
            <a:ext cx="3533648" cy="502920"/>
          </a:xfrm>
          <a:prstGeom prst="homePlate">
            <a:avLst/>
          </a:prstGeom>
          <a:solidFill>
            <a:srgbClr val="29A7D9">
              <a:alpha val="24342"/>
            </a:srgbClr>
          </a:solidFill>
          <a:ln>
            <a:noFill/>
          </a:ln>
        </p:spPr>
        <p:txBody>
          <a:bodyPr wrap="square" lIns="182880" tIns="0" rIns="182880" bIns="0" anchor="ctr"/>
          <a:lstStyle/>
          <a:p>
            <a:pPr algn="ctr">
              <a:buNone/>
            </a:pPr>
            <a:r>
              <a:rPr lang="en-US" sz="1100" b="1" i="0" u="none" strike="noStrike" kern="1200" spc="80">
                <a:solidFill>
                  <a:srgbClr val="FFFFFF"/>
                </a:solidFill>
                <a:latin typeface="Aptos"/>
                <a:ea typeface="+mn-ea"/>
                <a:cs typeface="+mn-cs"/>
              </a:rPr>
              <a:t>2 · POINT AND REFRESH</a:t>
            </a:r>
          </a:p>
        </p:txBody>
      </p:sp>
      <p:sp>
        <p:nvSpPr>
          <p:cNvPr id="16" name="Shape 6">
            <a:extLst>
              <a:ext uri="{FF2B5EF4-FFF2-40B4-BE49-F238E27FC236}">
                <a16:creationId xmlns:a16="http://schemas.microsoft.com/office/drawing/2014/main" id="{02B9DD99-B644-4939-3743-7D40A88E45EF}"/>
              </a:ext>
            </a:extLst>
          </p:cNvPr>
          <p:cNvSpPr/>
          <p:nvPr/>
        </p:nvSpPr>
        <p:spPr>
          <a:xfrm>
            <a:off x="7933228" y="4892028"/>
            <a:ext cx="3533648" cy="502920"/>
          </a:xfrm>
          <a:prstGeom prst="homePlate">
            <a:avLst/>
          </a:prstGeom>
          <a:solidFill>
            <a:srgbClr val="EF6C62">
              <a:alpha val="24342"/>
            </a:srgbClr>
          </a:solidFill>
          <a:ln>
            <a:noFill/>
          </a:ln>
        </p:spPr>
        <p:txBody>
          <a:bodyPr wrap="square" lIns="182880" tIns="0" rIns="182880" bIns="0" anchor="ctr"/>
          <a:lstStyle/>
          <a:p>
            <a:pPr algn="ctr">
              <a:buNone/>
            </a:pPr>
            <a:r>
              <a:rPr lang="en-US" sz="1100" b="1" i="0" u="none" strike="noStrike" kern="1200" spc="80">
                <a:solidFill>
                  <a:srgbClr val="FFFFFF"/>
                </a:solidFill>
                <a:latin typeface="Aptos"/>
                <a:ea typeface="+mn-ea"/>
                <a:cs typeface="+mn-cs"/>
              </a:rPr>
              <a:t>3 · VALIDATE AND PUBLISH TO POWER BI</a:t>
            </a:r>
          </a:p>
        </p:txBody>
      </p:sp>
      <p:sp>
        <p:nvSpPr>
          <p:cNvPr id="20" name="Rounded Rectangle 19">
            <a:extLst>
              <a:ext uri="{FF2B5EF4-FFF2-40B4-BE49-F238E27FC236}">
                <a16:creationId xmlns:a16="http://schemas.microsoft.com/office/drawing/2014/main" id="{E40881A3-1788-4FE7-6128-44BA8866F21C}"/>
              </a:ext>
            </a:extLst>
          </p:cNvPr>
          <p:cNvSpPr/>
          <p:nvPr/>
        </p:nvSpPr>
        <p:spPr>
          <a:xfrm>
            <a:off x="3469136" y="6186456"/>
            <a:ext cx="5388488" cy="491695"/>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i="1"/>
              <a:t>Get the Cowork Chargeback report:</a:t>
            </a:r>
          </a:p>
          <a:p>
            <a:pPr algn="ctr"/>
            <a:r>
              <a:rPr lang="en-US" sz="1100" i="1"/>
              <a:t>https://github.com/microsoft/CreditUsage</a:t>
            </a:r>
            <a:endParaRPr lang="en-US" sz="1100"/>
          </a:p>
        </p:txBody>
      </p:sp>
      <p:sp>
        <p:nvSpPr>
          <p:cNvPr id="4" name="Theme Top Rule">
            <a:extLst>
              <a:ext uri="{FF2B5EF4-FFF2-40B4-BE49-F238E27FC236}">
                <a16:creationId xmlns:a16="http://schemas.microsoft.com/office/drawing/2014/main" id="{5CA5B929-1905-5EA9-B1FD-E0DB0A8FC8A4}"/>
              </a:ext>
            </a:extLst>
          </p:cNvPr>
          <p:cNvSpPr/>
          <p:nvPr/>
        </p:nvSpPr>
        <p:spPr>
          <a:xfrm>
            <a:off x="0" y="0"/>
            <a:ext cx="12192000" cy="38100"/>
          </a:xfrm>
          <a:prstGeom prst="rect">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heme Footer">
            <a:extLst>
              <a:ext uri="{FF2B5EF4-FFF2-40B4-BE49-F238E27FC236}">
                <a16:creationId xmlns:a16="http://schemas.microsoft.com/office/drawing/2014/main" id="{027895CD-B641-B00E-34D5-FB7C81941473}"/>
              </a:ext>
            </a:extLst>
          </p:cNvPr>
          <p:cNvSpPr txBox="1"/>
          <p:nvPr/>
        </p:nvSpPr>
        <p:spPr>
          <a:xfrm>
            <a:off x="566420" y="6705600"/>
            <a:ext cx="11059160" cy="107722"/>
          </a:xfrm>
          <a:prstGeom prst="rect">
            <a:avLst/>
          </a:prstGeom>
          <a:noFill/>
        </p:spPr>
        <p:txBody>
          <a:bodyPr vert="horz" lIns="0" tIns="0" rIns="0" bIns="0" rtlCol="0">
            <a:spAutoFit/>
          </a:bodyPr>
          <a:lstStyle/>
          <a:p>
            <a:pPr algn="r"/>
            <a:r>
              <a:rPr lang="en-US" sz="700" b="1">
                <a:solidFill>
                  <a:srgbClr val="627083"/>
                </a:solidFill>
                <a:latin typeface="Aptos" panose="020B0004020202020204" pitchFamily="34" charset="0"/>
              </a:rPr>
              <a:t>COWORK CREDIT CHARGEBACK</a:t>
            </a:r>
          </a:p>
        </p:txBody>
      </p:sp>
    </p:spTree>
    <p:extLst>
      <p:ext uri="{BB962C8B-B14F-4D97-AF65-F5344CB8AC3E}">
        <p14:creationId xmlns:p14="http://schemas.microsoft.com/office/powerpoint/2010/main" val="281007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7EC408-CAD9-9172-AFEC-7FF089FBE1F8}"/>
              </a:ext>
            </a:extLst>
          </p:cNvPr>
          <p:cNvSpPr txBox="1"/>
          <p:nvPr/>
        </p:nvSpPr>
        <p:spPr>
          <a:xfrm>
            <a:off x="609600" y="279399"/>
            <a:ext cx="10972800" cy="2794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0B8B1"/>
                </a:solidFill>
                <a:effectLst/>
                <a:uLnTx/>
                <a:uFillTx/>
                <a:latin typeface="Aptos" panose="020B0004020202020204" pitchFamily="34" charset="0"/>
                <a:ea typeface="+mn-ea"/>
                <a:cs typeface="+mn-cs"/>
              </a:rPr>
              <a:t>POWER BI DESKTOP</a:t>
            </a:r>
          </a:p>
        </p:txBody>
      </p:sp>
      <p:sp>
        <p:nvSpPr>
          <p:cNvPr id="4" name="TextBox 3">
            <a:extLst>
              <a:ext uri="{FF2B5EF4-FFF2-40B4-BE49-F238E27FC236}">
                <a16:creationId xmlns:a16="http://schemas.microsoft.com/office/drawing/2014/main" id="{824677F4-BC09-6380-1846-6E399D129DBA}"/>
              </a:ext>
            </a:extLst>
          </p:cNvPr>
          <p:cNvSpPr txBox="1"/>
          <p:nvPr/>
        </p:nvSpPr>
        <p:spPr>
          <a:xfrm>
            <a:off x="609600" y="609599"/>
            <a:ext cx="10972800" cy="6350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a:ln>
                  <a:noFill/>
                </a:ln>
                <a:solidFill>
                  <a:srgbClr val="10243E"/>
                </a:solidFill>
                <a:effectLst/>
                <a:uLnTx/>
                <a:uFillTx/>
                <a:latin typeface="Aptos Display" panose="020B0004020202020204" pitchFamily="34" charset="0"/>
                <a:ea typeface="+mn-ea"/>
                <a:cs typeface="+mn-cs"/>
              </a:rPr>
              <a:t>Point the two parameters to the two CSV files</a:t>
            </a:r>
          </a:p>
        </p:txBody>
      </p:sp>
      <p:sp>
        <p:nvSpPr>
          <p:cNvPr id="5" name="TextBox 4">
            <a:extLst>
              <a:ext uri="{FF2B5EF4-FFF2-40B4-BE49-F238E27FC236}">
                <a16:creationId xmlns:a16="http://schemas.microsoft.com/office/drawing/2014/main" id="{33408D6D-D89B-6B70-34CC-FB84BBF2ABDD}"/>
              </a:ext>
            </a:extLst>
          </p:cNvPr>
          <p:cNvSpPr txBox="1"/>
          <p:nvPr/>
        </p:nvSpPr>
        <p:spPr>
          <a:xfrm>
            <a:off x="609600" y="1244599"/>
            <a:ext cx="10972800" cy="4064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627083"/>
                </a:solidFill>
                <a:effectLst/>
                <a:uLnTx/>
                <a:uFillTx/>
                <a:latin typeface="Aptos" panose="020B0004020202020204" pitchFamily="34" charset="0"/>
                <a:ea typeface="+mn-ea"/>
                <a:cs typeface="+mn-cs"/>
              </a:rPr>
              <a:t>A routine refresh should not require a model change.</a:t>
            </a:r>
          </a:p>
        </p:txBody>
      </p:sp>
      <p:sp>
        <p:nvSpPr>
          <p:cNvPr id="6" name="TextBox 5">
            <a:extLst>
              <a:ext uri="{FF2B5EF4-FFF2-40B4-BE49-F238E27FC236}">
                <a16:creationId xmlns:a16="http://schemas.microsoft.com/office/drawing/2014/main" id="{9B7A3714-07E3-336D-C6F3-EF25C6915A01}"/>
              </a:ext>
            </a:extLst>
          </p:cNvPr>
          <p:cNvSpPr txBox="1"/>
          <p:nvPr/>
        </p:nvSpPr>
        <p:spPr>
          <a:xfrm>
            <a:off x="609600" y="6451600"/>
            <a:ext cx="4064000" cy="2032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627083"/>
                </a:solidFill>
                <a:effectLst/>
                <a:uLnTx/>
                <a:uFillTx/>
                <a:latin typeface="Aptos" panose="020B0004020202020204" pitchFamily="34" charset="0"/>
                <a:ea typeface="+mn-ea"/>
                <a:cs typeface="+mn-cs"/>
              </a:rPr>
              <a:t>COWORK CREDIT CHARGEBACK</a:t>
            </a:r>
          </a:p>
        </p:txBody>
      </p:sp>
      <p:sp>
        <p:nvSpPr>
          <p:cNvPr id="7" name="TextBox 6">
            <a:extLst>
              <a:ext uri="{FF2B5EF4-FFF2-40B4-BE49-F238E27FC236}">
                <a16:creationId xmlns:a16="http://schemas.microsoft.com/office/drawing/2014/main" id="{9AE72BE8-D262-D857-8F13-FA5039CEE9C0}"/>
              </a:ext>
            </a:extLst>
          </p:cNvPr>
          <p:cNvSpPr txBox="1"/>
          <p:nvPr/>
        </p:nvSpPr>
        <p:spPr>
          <a:xfrm>
            <a:off x="11176000" y="6451600"/>
            <a:ext cx="406400" cy="203200"/>
          </a:xfrm>
          <a:prstGeom prst="rect">
            <a:avLst/>
          </a:prstGeom>
          <a:noFill/>
        </p:spPr>
        <p:txBody>
          <a:bodyPr vert="horz" wrap="squar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627083"/>
                </a:solidFill>
                <a:effectLst/>
                <a:uLnTx/>
                <a:uFillTx/>
                <a:latin typeface="Aptos" panose="020B0004020202020204" pitchFamily="34" charset="0"/>
                <a:ea typeface="+mn-ea"/>
                <a:cs typeface="+mn-cs"/>
              </a:rPr>
              <a:t>07</a:t>
            </a:r>
          </a:p>
        </p:txBody>
      </p:sp>
      <p:sp>
        <p:nvSpPr>
          <p:cNvPr id="8" name="Oval 7">
            <a:extLst>
              <a:ext uri="{FF2B5EF4-FFF2-40B4-BE49-F238E27FC236}">
                <a16:creationId xmlns:a16="http://schemas.microsoft.com/office/drawing/2014/main" id="{D45F9247-0D5E-7347-40A4-A29352E4A85C}"/>
              </a:ext>
            </a:extLst>
          </p:cNvPr>
          <p:cNvSpPr/>
          <p:nvPr/>
        </p:nvSpPr>
        <p:spPr>
          <a:xfrm>
            <a:off x="609600" y="1930400"/>
            <a:ext cx="533400" cy="5334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28" b="1" i="0" u="none" strike="noStrike" kern="1200" cap="none" spc="0" normalizeH="0" baseline="0" noProof="0">
                <a:ln>
                  <a:noFill/>
                </a:ln>
                <a:solidFill>
                  <a:srgbClr val="FFFFFF"/>
                </a:solidFill>
                <a:effectLst/>
                <a:uLnTx/>
                <a:uFillTx/>
                <a:latin typeface="Aptos Display" panose="020B0004020202020204" pitchFamily="34" charset="0"/>
                <a:ea typeface="+mn-ea"/>
                <a:cs typeface="+mn-cs"/>
              </a:rPr>
              <a:t>1</a:t>
            </a:r>
          </a:p>
        </p:txBody>
      </p:sp>
      <p:sp>
        <p:nvSpPr>
          <p:cNvPr id="9" name="TextBox 8">
            <a:extLst>
              <a:ext uri="{FF2B5EF4-FFF2-40B4-BE49-F238E27FC236}">
                <a16:creationId xmlns:a16="http://schemas.microsoft.com/office/drawing/2014/main" id="{E1FBE18B-A4E8-A8E2-1625-AD285F67270C}"/>
              </a:ext>
            </a:extLst>
          </p:cNvPr>
          <p:cNvSpPr txBox="1"/>
          <p:nvPr/>
        </p:nvSpPr>
        <p:spPr>
          <a:xfrm>
            <a:off x="1346200" y="1917699"/>
            <a:ext cx="2540000" cy="3048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0243E"/>
                </a:solidFill>
                <a:effectLst/>
                <a:uLnTx/>
                <a:uFillTx/>
                <a:latin typeface="Aptos Display" panose="020B0004020202020204" pitchFamily="34" charset="0"/>
                <a:ea typeface="+mn-ea"/>
                <a:cs typeface="+mn-cs"/>
              </a:rPr>
              <a:t>Open the template</a:t>
            </a:r>
          </a:p>
        </p:txBody>
      </p:sp>
      <p:sp>
        <p:nvSpPr>
          <p:cNvPr id="10" name="TextBox 9">
            <a:extLst>
              <a:ext uri="{FF2B5EF4-FFF2-40B4-BE49-F238E27FC236}">
                <a16:creationId xmlns:a16="http://schemas.microsoft.com/office/drawing/2014/main" id="{878B296A-5248-FA47-0D7F-3BCCB2A893BB}"/>
              </a:ext>
            </a:extLst>
          </p:cNvPr>
          <p:cNvSpPr txBox="1"/>
          <p:nvPr/>
        </p:nvSpPr>
        <p:spPr>
          <a:xfrm>
            <a:off x="1346200" y="2260599"/>
            <a:ext cx="3429000" cy="4826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627083"/>
                </a:solidFill>
                <a:effectLst/>
                <a:uLnTx/>
                <a:uFillTx/>
                <a:latin typeface="Aptos" panose="020B0004020202020204" pitchFamily="34" charset="0"/>
                <a:ea typeface="+mn-ea"/>
                <a:cs typeface="+mn-cs"/>
              </a:rPr>
              <a:t>Open the .pbit in Power BI Desktop.</a:t>
            </a:r>
          </a:p>
        </p:txBody>
      </p:sp>
      <p:sp>
        <p:nvSpPr>
          <p:cNvPr id="11" name="Oval 10">
            <a:extLst>
              <a:ext uri="{FF2B5EF4-FFF2-40B4-BE49-F238E27FC236}">
                <a16:creationId xmlns:a16="http://schemas.microsoft.com/office/drawing/2014/main" id="{2D01720E-516C-50C9-A1B2-B7081CF92392}"/>
              </a:ext>
            </a:extLst>
          </p:cNvPr>
          <p:cNvSpPr/>
          <p:nvPr/>
        </p:nvSpPr>
        <p:spPr>
          <a:xfrm>
            <a:off x="609600" y="2921000"/>
            <a:ext cx="533400" cy="5334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28" b="1" i="0" u="none" strike="noStrike" kern="1200" cap="none" spc="0" normalizeH="0" baseline="0" noProof="0">
                <a:ln>
                  <a:noFill/>
                </a:ln>
                <a:solidFill>
                  <a:srgbClr val="FFFFFF"/>
                </a:solidFill>
                <a:effectLst/>
                <a:uLnTx/>
                <a:uFillTx/>
                <a:latin typeface="Aptos Display" panose="020B0004020202020204" pitchFamily="34" charset="0"/>
                <a:ea typeface="+mn-ea"/>
                <a:cs typeface="+mn-cs"/>
              </a:rPr>
              <a:t>2</a:t>
            </a:r>
          </a:p>
        </p:txBody>
      </p:sp>
      <p:sp>
        <p:nvSpPr>
          <p:cNvPr id="12" name="TextBox 11">
            <a:extLst>
              <a:ext uri="{FF2B5EF4-FFF2-40B4-BE49-F238E27FC236}">
                <a16:creationId xmlns:a16="http://schemas.microsoft.com/office/drawing/2014/main" id="{CEB513E4-D718-08AD-984F-16267800F7DF}"/>
              </a:ext>
            </a:extLst>
          </p:cNvPr>
          <p:cNvSpPr txBox="1"/>
          <p:nvPr/>
        </p:nvSpPr>
        <p:spPr>
          <a:xfrm>
            <a:off x="1346200" y="2908299"/>
            <a:ext cx="2540000" cy="3048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0243E"/>
                </a:solidFill>
                <a:effectLst/>
                <a:uLnTx/>
                <a:uFillTx/>
                <a:latin typeface="Aptos Display" panose="020B0004020202020204" pitchFamily="34" charset="0"/>
                <a:ea typeface="+mn-ea"/>
                <a:cs typeface="+mn-cs"/>
              </a:rPr>
              <a:t>Set CreditCsvPath</a:t>
            </a:r>
          </a:p>
        </p:txBody>
      </p:sp>
      <p:sp>
        <p:nvSpPr>
          <p:cNvPr id="13" name="TextBox 12">
            <a:extLst>
              <a:ext uri="{FF2B5EF4-FFF2-40B4-BE49-F238E27FC236}">
                <a16:creationId xmlns:a16="http://schemas.microsoft.com/office/drawing/2014/main" id="{3414350E-7FC2-4EBC-3389-0043428C074A}"/>
              </a:ext>
            </a:extLst>
          </p:cNvPr>
          <p:cNvSpPr txBox="1"/>
          <p:nvPr/>
        </p:nvSpPr>
        <p:spPr>
          <a:xfrm>
            <a:off x="1346200" y="3251199"/>
            <a:ext cx="3429000" cy="4826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627083"/>
                </a:solidFill>
                <a:effectLst/>
                <a:uLnTx/>
                <a:uFillTx/>
                <a:latin typeface="Aptos" panose="020B0004020202020204" pitchFamily="34" charset="0"/>
                <a:ea typeface="+mn-ea"/>
                <a:cs typeface="+mn-cs"/>
              </a:rPr>
              <a:t>Use the full path to the consumption CSV.</a:t>
            </a:r>
          </a:p>
        </p:txBody>
      </p:sp>
      <p:sp>
        <p:nvSpPr>
          <p:cNvPr id="14" name="Oval 13">
            <a:extLst>
              <a:ext uri="{FF2B5EF4-FFF2-40B4-BE49-F238E27FC236}">
                <a16:creationId xmlns:a16="http://schemas.microsoft.com/office/drawing/2014/main" id="{03623188-FC40-0EDC-5139-E539C9E53A9B}"/>
              </a:ext>
            </a:extLst>
          </p:cNvPr>
          <p:cNvSpPr/>
          <p:nvPr/>
        </p:nvSpPr>
        <p:spPr>
          <a:xfrm>
            <a:off x="609600" y="3911600"/>
            <a:ext cx="533400" cy="5334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28" b="1" i="0" u="none" strike="noStrike" kern="1200" cap="none" spc="0" normalizeH="0" baseline="0" noProof="0">
                <a:ln>
                  <a:noFill/>
                </a:ln>
                <a:solidFill>
                  <a:srgbClr val="FFFFFF"/>
                </a:solidFill>
                <a:effectLst/>
                <a:uLnTx/>
                <a:uFillTx/>
                <a:latin typeface="Aptos Display" panose="020B0004020202020204" pitchFamily="34" charset="0"/>
                <a:ea typeface="+mn-ea"/>
                <a:cs typeface="+mn-cs"/>
              </a:rPr>
              <a:t>3</a:t>
            </a:r>
          </a:p>
        </p:txBody>
      </p:sp>
      <p:sp>
        <p:nvSpPr>
          <p:cNvPr id="15" name="TextBox 14">
            <a:extLst>
              <a:ext uri="{FF2B5EF4-FFF2-40B4-BE49-F238E27FC236}">
                <a16:creationId xmlns:a16="http://schemas.microsoft.com/office/drawing/2014/main" id="{B4CCB69A-340D-9176-0203-DD871E47A97E}"/>
              </a:ext>
            </a:extLst>
          </p:cNvPr>
          <p:cNvSpPr txBox="1"/>
          <p:nvPr/>
        </p:nvSpPr>
        <p:spPr>
          <a:xfrm>
            <a:off x="1346200" y="3898899"/>
            <a:ext cx="2540000" cy="3048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0243E"/>
                </a:solidFill>
                <a:effectLst/>
                <a:uLnTx/>
                <a:uFillTx/>
                <a:latin typeface="Aptos Display" panose="020B0004020202020204" pitchFamily="34" charset="0"/>
                <a:ea typeface="+mn-ea"/>
                <a:cs typeface="+mn-cs"/>
              </a:rPr>
              <a:t>Set EntraCsvPath</a:t>
            </a:r>
          </a:p>
        </p:txBody>
      </p:sp>
      <p:sp>
        <p:nvSpPr>
          <p:cNvPr id="16" name="TextBox 15">
            <a:extLst>
              <a:ext uri="{FF2B5EF4-FFF2-40B4-BE49-F238E27FC236}">
                <a16:creationId xmlns:a16="http://schemas.microsoft.com/office/drawing/2014/main" id="{20617FA4-A39B-5B86-34BA-037051FC3C42}"/>
              </a:ext>
            </a:extLst>
          </p:cNvPr>
          <p:cNvSpPr txBox="1"/>
          <p:nvPr/>
        </p:nvSpPr>
        <p:spPr>
          <a:xfrm>
            <a:off x="1346200" y="4241799"/>
            <a:ext cx="3429000" cy="4826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627083"/>
                </a:solidFill>
                <a:effectLst/>
                <a:uLnTx/>
                <a:uFillTx/>
                <a:latin typeface="Aptos" panose="020B0004020202020204" pitchFamily="34" charset="0"/>
                <a:ea typeface="+mn-ea"/>
                <a:cs typeface="+mn-cs"/>
              </a:rPr>
              <a:t>Use the full path to the directory CSV.</a:t>
            </a:r>
          </a:p>
        </p:txBody>
      </p:sp>
      <p:sp>
        <p:nvSpPr>
          <p:cNvPr id="17" name="Oval 16">
            <a:extLst>
              <a:ext uri="{FF2B5EF4-FFF2-40B4-BE49-F238E27FC236}">
                <a16:creationId xmlns:a16="http://schemas.microsoft.com/office/drawing/2014/main" id="{81F91D70-9308-D4D0-D637-58AF0BC903EF}"/>
              </a:ext>
            </a:extLst>
          </p:cNvPr>
          <p:cNvSpPr/>
          <p:nvPr/>
        </p:nvSpPr>
        <p:spPr>
          <a:xfrm>
            <a:off x="609600" y="4902200"/>
            <a:ext cx="533400" cy="5334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28" b="1" i="0" u="none" strike="noStrike" kern="1200" cap="none" spc="0" normalizeH="0" baseline="0" noProof="0">
                <a:ln>
                  <a:noFill/>
                </a:ln>
                <a:solidFill>
                  <a:srgbClr val="FFFFFF"/>
                </a:solidFill>
                <a:effectLst/>
                <a:uLnTx/>
                <a:uFillTx/>
                <a:latin typeface="Aptos Display" panose="020B0004020202020204" pitchFamily="34" charset="0"/>
                <a:ea typeface="+mn-ea"/>
                <a:cs typeface="+mn-cs"/>
              </a:rPr>
              <a:t>4</a:t>
            </a:r>
          </a:p>
        </p:txBody>
      </p:sp>
      <p:sp>
        <p:nvSpPr>
          <p:cNvPr id="18" name="TextBox 17">
            <a:extLst>
              <a:ext uri="{FF2B5EF4-FFF2-40B4-BE49-F238E27FC236}">
                <a16:creationId xmlns:a16="http://schemas.microsoft.com/office/drawing/2014/main" id="{D3F00FE1-7044-DCD1-D475-10E1392B3ADD}"/>
              </a:ext>
            </a:extLst>
          </p:cNvPr>
          <p:cNvSpPr txBox="1"/>
          <p:nvPr/>
        </p:nvSpPr>
        <p:spPr>
          <a:xfrm>
            <a:off x="1346200" y="4889499"/>
            <a:ext cx="2540000" cy="3048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0243E"/>
                </a:solidFill>
                <a:effectLst/>
                <a:uLnTx/>
                <a:uFillTx/>
                <a:latin typeface="Aptos Display" panose="020B0004020202020204" pitchFamily="34" charset="0"/>
                <a:ea typeface="+mn-ea"/>
                <a:cs typeface="+mn-cs"/>
              </a:rPr>
              <a:t>Load and refresh</a:t>
            </a:r>
          </a:p>
        </p:txBody>
      </p:sp>
      <p:sp>
        <p:nvSpPr>
          <p:cNvPr id="19" name="TextBox 18">
            <a:extLst>
              <a:ext uri="{FF2B5EF4-FFF2-40B4-BE49-F238E27FC236}">
                <a16:creationId xmlns:a16="http://schemas.microsoft.com/office/drawing/2014/main" id="{B7CC0AF5-7017-0AA2-0985-5F65DB95F406}"/>
              </a:ext>
            </a:extLst>
          </p:cNvPr>
          <p:cNvSpPr txBox="1"/>
          <p:nvPr/>
        </p:nvSpPr>
        <p:spPr>
          <a:xfrm>
            <a:off x="1346200" y="5232399"/>
            <a:ext cx="3429000" cy="4826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627083"/>
                </a:solidFill>
                <a:effectLst/>
                <a:uLnTx/>
                <a:uFillTx/>
                <a:latin typeface="Aptos" panose="020B0004020202020204" pitchFamily="34" charset="0"/>
                <a:ea typeface="+mn-ea"/>
                <a:cs typeface="+mn-cs"/>
              </a:rPr>
              <a:t>Do not open the CSVs. Apply both paths, then refresh the model.</a:t>
            </a:r>
          </a:p>
        </p:txBody>
      </p:sp>
      <p:sp>
        <p:nvSpPr>
          <p:cNvPr id="20" name="Rectangle: Rounded Corners 19">
            <a:extLst>
              <a:ext uri="{FF2B5EF4-FFF2-40B4-BE49-F238E27FC236}">
                <a16:creationId xmlns:a16="http://schemas.microsoft.com/office/drawing/2014/main" id="{30D4E5CA-0AD4-32AE-4CBB-3F9963E2F251}"/>
              </a:ext>
            </a:extLst>
          </p:cNvPr>
          <p:cNvSpPr/>
          <p:nvPr/>
        </p:nvSpPr>
        <p:spPr>
          <a:xfrm>
            <a:off x="5588000" y="1955800"/>
            <a:ext cx="5994400" cy="3403600"/>
          </a:xfrm>
          <a:prstGeom prst="roundRect">
            <a:avLst/>
          </a:prstGeom>
          <a:solidFill>
            <a:srgbClr val="FFFFFF"/>
          </a:solidFill>
          <a:ln w="12700">
            <a:solidFill>
              <a:srgbClr val="D7DE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TextBox 20">
            <a:extLst>
              <a:ext uri="{FF2B5EF4-FFF2-40B4-BE49-F238E27FC236}">
                <a16:creationId xmlns:a16="http://schemas.microsoft.com/office/drawing/2014/main" id="{D847D162-43E5-4C86-1269-1AE4C8E6027E}"/>
              </a:ext>
            </a:extLst>
          </p:cNvPr>
          <p:cNvSpPr txBox="1"/>
          <p:nvPr/>
        </p:nvSpPr>
        <p:spPr>
          <a:xfrm>
            <a:off x="5918200" y="2209800"/>
            <a:ext cx="5334000" cy="2540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0B8B1"/>
                </a:solidFill>
                <a:effectLst/>
                <a:uLnTx/>
                <a:uFillTx/>
                <a:latin typeface="Aptos" panose="020B0004020202020204" pitchFamily="34" charset="0"/>
                <a:ea typeface="+mn-ea"/>
                <a:cs typeface="+mn-cs"/>
              </a:rPr>
              <a:t>MANAGE PARAMETERS</a:t>
            </a:r>
          </a:p>
        </p:txBody>
      </p:sp>
      <p:sp>
        <p:nvSpPr>
          <p:cNvPr id="22" name="TextBox 21">
            <a:extLst>
              <a:ext uri="{FF2B5EF4-FFF2-40B4-BE49-F238E27FC236}">
                <a16:creationId xmlns:a16="http://schemas.microsoft.com/office/drawing/2014/main" id="{B5183750-95D1-CFF3-FAE5-0036ECB3A169}"/>
              </a:ext>
            </a:extLst>
          </p:cNvPr>
          <p:cNvSpPr txBox="1"/>
          <p:nvPr/>
        </p:nvSpPr>
        <p:spPr>
          <a:xfrm>
            <a:off x="5918200" y="2717799"/>
            <a:ext cx="2032000" cy="3048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0243E"/>
                </a:solidFill>
                <a:effectLst/>
                <a:uLnTx/>
                <a:uFillTx/>
                <a:latin typeface="Aptos" panose="020B0004020202020204" pitchFamily="34" charset="0"/>
                <a:ea typeface="+mn-ea"/>
                <a:cs typeface="+mn-cs"/>
              </a:rPr>
              <a:t>CreditCsvPath</a:t>
            </a:r>
          </a:p>
        </p:txBody>
      </p:sp>
      <p:sp>
        <p:nvSpPr>
          <p:cNvPr id="23" name="Rectangle 22">
            <a:extLst>
              <a:ext uri="{FF2B5EF4-FFF2-40B4-BE49-F238E27FC236}">
                <a16:creationId xmlns:a16="http://schemas.microsoft.com/office/drawing/2014/main" id="{C7E54171-1AA5-3E93-0594-DE2EDE3CCEFC}"/>
              </a:ext>
            </a:extLst>
          </p:cNvPr>
          <p:cNvSpPr/>
          <p:nvPr/>
        </p:nvSpPr>
        <p:spPr>
          <a:xfrm>
            <a:off x="5918200" y="3098800"/>
            <a:ext cx="5334000" cy="558800"/>
          </a:xfrm>
          <a:prstGeom prst="rect">
            <a:avLst/>
          </a:prstGeom>
          <a:solidFill>
            <a:srgbClr val="F5F7FA"/>
          </a:solidFill>
          <a:ln w="12700">
            <a:solidFill>
              <a:srgbClr val="D7DE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TextBox 23">
            <a:extLst>
              <a:ext uri="{FF2B5EF4-FFF2-40B4-BE49-F238E27FC236}">
                <a16:creationId xmlns:a16="http://schemas.microsoft.com/office/drawing/2014/main" id="{8CE6EC30-5DBD-E3A9-0555-C5CEE1FA5DAD}"/>
              </a:ext>
            </a:extLst>
          </p:cNvPr>
          <p:cNvSpPr txBox="1"/>
          <p:nvPr/>
        </p:nvSpPr>
        <p:spPr>
          <a:xfrm>
            <a:off x="6096000" y="3225799"/>
            <a:ext cx="4953000" cy="2794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627083"/>
                </a:solidFill>
                <a:effectLst/>
                <a:uLnTx/>
                <a:uFillTx/>
                <a:latin typeface="Consolas" panose="020B0609020204030204" pitchFamily="49" charset="0"/>
                <a:ea typeface="+mn-ea"/>
                <a:cs typeface="+mn-cs"/>
              </a:rPr>
              <a:t>C:\ApprovedData\copilot-credit.csv</a:t>
            </a:r>
          </a:p>
        </p:txBody>
      </p:sp>
      <p:sp>
        <p:nvSpPr>
          <p:cNvPr id="25" name="TextBox 24">
            <a:extLst>
              <a:ext uri="{FF2B5EF4-FFF2-40B4-BE49-F238E27FC236}">
                <a16:creationId xmlns:a16="http://schemas.microsoft.com/office/drawing/2014/main" id="{47F64D36-0E90-FB1E-38F5-A3400F76C3BA}"/>
              </a:ext>
            </a:extLst>
          </p:cNvPr>
          <p:cNvSpPr txBox="1"/>
          <p:nvPr/>
        </p:nvSpPr>
        <p:spPr>
          <a:xfrm>
            <a:off x="5918200" y="3911599"/>
            <a:ext cx="2032000" cy="3048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0243E"/>
                </a:solidFill>
                <a:effectLst/>
                <a:uLnTx/>
                <a:uFillTx/>
                <a:latin typeface="Aptos" panose="020B0004020202020204" pitchFamily="34" charset="0"/>
                <a:ea typeface="+mn-ea"/>
                <a:cs typeface="+mn-cs"/>
              </a:rPr>
              <a:t>EntraCsvPath</a:t>
            </a:r>
          </a:p>
        </p:txBody>
      </p:sp>
      <p:sp>
        <p:nvSpPr>
          <p:cNvPr id="26" name="Rectangle 25">
            <a:extLst>
              <a:ext uri="{FF2B5EF4-FFF2-40B4-BE49-F238E27FC236}">
                <a16:creationId xmlns:a16="http://schemas.microsoft.com/office/drawing/2014/main" id="{B463F76B-F021-F9CD-1C53-FF0AF2D2D6DB}"/>
              </a:ext>
            </a:extLst>
          </p:cNvPr>
          <p:cNvSpPr/>
          <p:nvPr/>
        </p:nvSpPr>
        <p:spPr>
          <a:xfrm>
            <a:off x="5918200" y="4292600"/>
            <a:ext cx="5334000" cy="558800"/>
          </a:xfrm>
          <a:prstGeom prst="rect">
            <a:avLst/>
          </a:prstGeom>
          <a:solidFill>
            <a:srgbClr val="F5F7FA"/>
          </a:solidFill>
          <a:ln w="12700">
            <a:solidFill>
              <a:srgbClr val="D7DE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805BA964-5446-BDDE-4B69-0880B62C06C5}"/>
              </a:ext>
            </a:extLst>
          </p:cNvPr>
          <p:cNvSpPr txBox="1"/>
          <p:nvPr/>
        </p:nvSpPr>
        <p:spPr>
          <a:xfrm>
            <a:off x="6096000" y="4419599"/>
            <a:ext cx="4953000" cy="279400"/>
          </a:xfrm>
          <a:prstGeom prst="rect">
            <a:avLst/>
          </a:prstGeom>
          <a:noFill/>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627083"/>
                </a:solidFill>
                <a:effectLst/>
                <a:uLnTx/>
                <a:uFillTx/>
                <a:latin typeface="Consolas" panose="020B0609020204030204" pitchFamily="49" charset="0"/>
                <a:ea typeface="+mn-ea"/>
                <a:cs typeface="+mn-cs"/>
              </a:rPr>
              <a:t>C:\ApprovedData\entra-directory.csv</a:t>
            </a:r>
          </a:p>
        </p:txBody>
      </p:sp>
      <p:sp>
        <p:nvSpPr>
          <p:cNvPr id="30" name="Theme Top Rule">
            <a:extLst>
              <a:ext uri="{FF2B5EF4-FFF2-40B4-BE49-F238E27FC236}">
                <a16:creationId xmlns:a16="http://schemas.microsoft.com/office/drawing/2014/main" id="{F4D41F1A-267E-89CA-F099-F7521AC3386C}"/>
              </a:ext>
            </a:extLst>
          </p:cNvPr>
          <p:cNvSpPr/>
          <p:nvPr/>
        </p:nvSpPr>
        <p:spPr>
          <a:xfrm>
            <a:off x="0" y="0"/>
            <a:ext cx="12192000" cy="38100"/>
          </a:xfrm>
          <a:prstGeom prst="rect">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Shape 4">
            <a:extLst>
              <a:ext uri="{FF2B5EF4-FFF2-40B4-BE49-F238E27FC236}">
                <a16:creationId xmlns:a16="http://schemas.microsoft.com/office/drawing/2014/main" id="{6BAEF5E2-5F3F-275D-BA9C-3199C7E44C83}"/>
              </a:ext>
            </a:extLst>
          </p:cNvPr>
          <p:cNvSpPr/>
          <p:nvPr/>
        </p:nvSpPr>
        <p:spPr>
          <a:xfrm>
            <a:off x="654304" y="5905501"/>
            <a:ext cx="3533648" cy="502920"/>
          </a:xfrm>
          <a:prstGeom prst="homePlate">
            <a:avLst/>
          </a:prstGeom>
          <a:solidFill>
            <a:srgbClr val="10B8B1">
              <a:alpha val="25116"/>
            </a:srgbClr>
          </a:solidFill>
          <a:ln>
            <a:noFill/>
          </a:ln>
        </p:spPr>
        <p:txBody>
          <a:bodyPr wrap="square" lIns="182880" tIns="0" rIns="182880" bIns="0" anchor="ctr"/>
          <a:lstStyle/>
          <a:p>
            <a:pPr algn="ctr">
              <a:buNone/>
            </a:pPr>
            <a:r>
              <a:rPr lang="en-US" sz="1100" b="1" i="0" u="none" strike="noStrike" kern="1200" spc="80">
                <a:solidFill>
                  <a:srgbClr val="FFFFFF"/>
                </a:solidFill>
                <a:latin typeface="Aptos"/>
                <a:ea typeface="+mn-ea"/>
                <a:cs typeface="+mn-cs"/>
              </a:rPr>
              <a:t>1 · EXPORT BOTH FILES</a:t>
            </a:r>
          </a:p>
        </p:txBody>
      </p:sp>
      <p:sp>
        <p:nvSpPr>
          <p:cNvPr id="32" name="Shape 5">
            <a:extLst>
              <a:ext uri="{FF2B5EF4-FFF2-40B4-BE49-F238E27FC236}">
                <a16:creationId xmlns:a16="http://schemas.microsoft.com/office/drawing/2014/main" id="{82B4F676-3F6E-8B6D-DF54-EADC81E1B9A3}"/>
              </a:ext>
            </a:extLst>
          </p:cNvPr>
          <p:cNvSpPr/>
          <p:nvPr/>
        </p:nvSpPr>
        <p:spPr>
          <a:xfrm>
            <a:off x="4416552" y="5905501"/>
            <a:ext cx="3533648" cy="502920"/>
          </a:xfrm>
          <a:prstGeom prst="homePlate">
            <a:avLst/>
          </a:prstGeom>
          <a:solidFill>
            <a:srgbClr val="29A7D9"/>
          </a:solidFill>
          <a:ln w="19050">
            <a:solidFill>
              <a:schemeClr val="accent4">
                <a:lumMod val="75000"/>
              </a:schemeClr>
            </a:solidFill>
          </a:ln>
        </p:spPr>
        <p:txBody>
          <a:bodyPr wrap="square" lIns="182880" tIns="0" rIns="182880" bIns="0" anchor="ctr"/>
          <a:lstStyle/>
          <a:p>
            <a:pPr algn="ctr">
              <a:buNone/>
            </a:pPr>
            <a:r>
              <a:rPr lang="en-US" sz="1100" b="1" i="0" u="none" strike="noStrike" kern="1200" spc="80">
                <a:solidFill>
                  <a:srgbClr val="FFFFFF"/>
                </a:solidFill>
                <a:latin typeface="Aptos"/>
                <a:ea typeface="+mn-ea"/>
                <a:cs typeface="+mn-cs"/>
              </a:rPr>
              <a:t>2 · POINT AND REFRESH</a:t>
            </a:r>
          </a:p>
        </p:txBody>
      </p:sp>
      <p:sp>
        <p:nvSpPr>
          <p:cNvPr id="34" name="Shape 6">
            <a:extLst>
              <a:ext uri="{FF2B5EF4-FFF2-40B4-BE49-F238E27FC236}">
                <a16:creationId xmlns:a16="http://schemas.microsoft.com/office/drawing/2014/main" id="{F2D18DDF-9AC7-42F2-0660-314511F18657}"/>
              </a:ext>
            </a:extLst>
          </p:cNvPr>
          <p:cNvSpPr/>
          <p:nvPr/>
        </p:nvSpPr>
        <p:spPr>
          <a:xfrm>
            <a:off x="8178800" y="5905501"/>
            <a:ext cx="3533648" cy="502920"/>
          </a:xfrm>
          <a:prstGeom prst="homePlate">
            <a:avLst/>
          </a:prstGeom>
          <a:solidFill>
            <a:srgbClr val="EF6C62">
              <a:alpha val="24342"/>
            </a:srgbClr>
          </a:solidFill>
          <a:ln>
            <a:noFill/>
          </a:ln>
        </p:spPr>
        <p:txBody>
          <a:bodyPr wrap="square" lIns="182880" tIns="0" rIns="182880" bIns="0" anchor="ctr"/>
          <a:lstStyle/>
          <a:p>
            <a:pPr algn="ctr">
              <a:buNone/>
            </a:pPr>
            <a:r>
              <a:rPr lang="en-US" sz="1100" b="1" i="0" u="none" strike="noStrike" kern="1200" spc="80">
                <a:solidFill>
                  <a:srgbClr val="FFFFFF"/>
                </a:solidFill>
                <a:latin typeface="Aptos"/>
                <a:ea typeface="+mn-ea"/>
                <a:cs typeface="+mn-cs"/>
              </a:rPr>
              <a:t>3 · VALIDATE AND PUBLISH TO POWER BI</a:t>
            </a:r>
          </a:p>
        </p:txBody>
      </p:sp>
    </p:spTree>
    <p:extLst>
      <p:ext uri="{BB962C8B-B14F-4D97-AF65-F5344CB8AC3E}">
        <p14:creationId xmlns:p14="http://schemas.microsoft.com/office/powerpoint/2010/main" val="3773769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66928" y="310896"/>
            <a:ext cx="11058144" cy="201168"/>
          </a:xfrm>
          <a:prstGeom prst="rect">
            <a:avLst/>
          </a:prstGeom>
          <a:noFill/>
          <a:ln>
            <a:noFill/>
          </a:ln>
        </p:spPr>
        <p:txBody>
          <a:bodyPr wrap="square" lIns="0" tIns="0" rIns="0" bIns="0" rtlCol="0" anchor="t">
            <a:normAutofit/>
          </a:bodyPr>
          <a:lstStyle/>
          <a:p>
            <a:pPr marL="0" indent="0" algn="l">
              <a:lnSpc>
                <a:spcPct val="100000"/>
              </a:lnSpc>
              <a:spcBef>
                <a:spcPts val="0"/>
              </a:spcBef>
              <a:buNone/>
            </a:pPr>
            <a:r>
              <a:rPr lang="en-US" sz="1000" b="1" i="0" u="none" strike="noStrike" kern="1200" spc="120">
                <a:solidFill>
                  <a:srgbClr val="10B8B1"/>
                </a:solidFill>
                <a:latin typeface="Aptos" panose="020B0004020202020204" pitchFamily="34" charset="0"/>
                <a:ea typeface="+mn-ea"/>
                <a:cs typeface="+mn-cs"/>
              </a:rPr>
              <a:t>GOVERNANCE</a:t>
            </a:r>
          </a:p>
        </p:txBody>
      </p:sp>
      <p:sp>
        <p:nvSpPr>
          <p:cNvPr id="3" name="Text 3"/>
          <p:cNvSpPr txBox="1"/>
          <p:nvPr/>
        </p:nvSpPr>
        <p:spPr>
          <a:xfrm>
            <a:off x="566928" y="566928"/>
            <a:ext cx="11018520" cy="640080"/>
          </a:xfrm>
          <a:prstGeom prst="rect">
            <a:avLst/>
          </a:prstGeom>
          <a:noFill/>
          <a:ln>
            <a:noFill/>
          </a:ln>
        </p:spPr>
        <p:txBody>
          <a:bodyPr wrap="square" lIns="0" tIns="0" rIns="0" bIns="0" rtlCol="0" anchor="t">
            <a:normAutofit/>
          </a:bodyPr>
          <a:lstStyle/>
          <a:p>
            <a:pPr marL="0" indent="0" algn="l">
              <a:lnSpc>
                <a:spcPct val="105000"/>
              </a:lnSpc>
              <a:spcBef>
                <a:spcPts val="0"/>
              </a:spcBef>
              <a:buNone/>
            </a:pPr>
            <a:r>
              <a:rPr lang="en-US" sz="2400" b="1" i="0" u="none" strike="noStrike" kern="1200" spc="0">
                <a:solidFill>
                  <a:srgbClr val="10243E"/>
                </a:solidFill>
                <a:latin typeface="Aptos" panose="020B0004020202020204" pitchFamily="34" charset="0"/>
                <a:ea typeface="+mn-ea"/>
                <a:cs typeface="+mn-cs"/>
              </a:rPr>
              <a:t>Row-level security provides the right view for finance and department leaders</a:t>
            </a:r>
          </a:p>
        </p:txBody>
      </p:sp>
      <p:sp>
        <p:nvSpPr>
          <p:cNvPr id="437" name="Shape 438"/>
          <p:cNvSpPr/>
          <p:nvPr/>
        </p:nvSpPr>
        <p:spPr>
          <a:xfrm>
            <a:off x="566928" y="3429000"/>
            <a:ext cx="4929072" cy="1750000"/>
          </a:xfrm>
          <a:prstGeom prst="roundRect">
            <a:avLst/>
          </a:prstGeom>
          <a:solidFill>
            <a:srgbClr val="7454D6"/>
          </a:solidFill>
          <a:ln>
            <a:noFill/>
          </a:ln>
        </p:spPr>
        <p:txBody>
          <a:bodyPr wrap="square" lIns="45720" tIns="45720" rIns="45720" bIns="320000" rtlCol="0" anchor="ctr">
            <a:normAutofit/>
          </a:bodyPr>
          <a:lstStyle/>
          <a:p>
            <a:pPr marL="0" indent="0" algn="l">
              <a:lnSpc>
                <a:spcPct val="100000"/>
              </a:lnSpc>
              <a:spcBef>
                <a:spcPts val="0"/>
              </a:spcBef>
              <a:buNone/>
            </a:pPr>
            <a:r>
              <a:rPr lang="en-US" sz="1600" b="1" i="0" u="none" strike="noStrike" kern="1200" spc="0">
                <a:solidFill>
                  <a:srgbClr val="FFFFFF"/>
                </a:solidFill>
                <a:latin typeface="Aptos"/>
                <a:ea typeface="+mn-ea"/>
                <a:cs typeface="+mn-cs"/>
              </a:rPr>
              <a:t>All org · admin</a:t>
            </a:r>
          </a:p>
          <a:p>
            <a:pPr marL="0" indent="0" algn="l">
              <a:lnSpc>
                <a:spcPct val="115000"/>
              </a:lnSpc>
              <a:spcBef>
                <a:spcPts val="600"/>
              </a:spcBef>
              <a:buNone/>
            </a:pPr>
            <a:r>
              <a:rPr lang="en-US" sz="1100" b="0" i="0" u="none" strike="noStrike" kern="1200" spc="0">
                <a:solidFill>
                  <a:srgbClr val="D9E1EA"/>
                </a:solidFill>
                <a:latin typeface="Aptos"/>
                <a:ea typeface="+mn-ea"/>
                <a:cs typeface="+mn-cs"/>
              </a:rPr>
              <a:t>Unrestricted visibility for finance and program leads.</a:t>
            </a:r>
          </a:p>
        </p:txBody>
      </p:sp>
      <p:sp>
        <p:nvSpPr>
          <p:cNvPr id="439" name="Shape 440"/>
          <p:cNvSpPr/>
          <p:nvPr/>
        </p:nvSpPr>
        <p:spPr>
          <a:xfrm>
            <a:off x="6096000" y="3429000"/>
            <a:ext cx="12700" cy="1750000"/>
          </a:xfrm>
          <a:prstGeom prst="rect">
            <a:avLst/>
          </a:prstGeom>
          <a:solidFill>
            <a:srgbClr val="D9E1EA"/>
          </a:solidFill>
          <a:ln>
            <a:noFill/>
          </a:ln>
        </p:spPr>
        <p:txBody>
          <a:bodyPr wrap="square" lIns="45720" tIns="45720" rIns="45720" bIns="45720" rtlCol="0" anchor="ctr">
            <a:normAutofit/>
          </a:bodyPr>
          <a:lstStyle/>
          <a:p>
            <a:pPr>
              <a:buNone/>
            </a:pPr>
            <a:endParaRPr/>
          </a:p>
        </p:txBody>
      </p:sp>
      <p:sp>
        <p:nvSpPr>
          <p:cNvPr id="443" name="Text 444"/>
          <p:cNvSpPr txBox="1"/>
          <p:nvPr/>
        </p:nvSpPr>
        <p:spPr>
          <a:xfrm>
            <a:off x="6696000" y="4359000"/>
            <a:ext cx="4929072" cy="700000"/>
          </a:xfrm>
          <a:prstGeom prst="rect">
            <a:avLst/>
          </a:prstGeom>
          <a:noFill/>
          <a:ln>
            <a:noFill/>
          </a:ln>
        </p:spPr>
        <p:txBody>
          <a:bodyPr wrap="square" lIns="0" tIns="0" rIns="0" bIns="0" rtlCol="0" anchor="t">
            <a:normAutofit/>
          </a:bodyPr>
          <a:lstStyle/>
          <a:p>
            <a:pPr marL="0" indent="0" algn="l">
              <a:lnSpc>
                <a:spcPct val="115000"/>
              </a:lnSpc>
              <a:spcBef>
                <a:spcPts val="0"/>
              </a:spcBef>
              <a:buNone/>
            </a:pPr>
            <a:endParaRPr lang="en-US" sz="1100" b="0" i="0" u="none" strike="noStrike" kern="1200" spc="0">
              <a:solidFill>
                <a:srgbClr val="627083"/>
              </a:solidFill>
              <a:latin typeface="Aptos"/>
              <a:ea typeface="+mn-ea"/>
              <a:cs typeface="+mn-cs"/>
            </a:endParaRPr>
          </a:p>
        </p:txBody>
      </p:sp>
      <p:sp>
        <p:nvSpPr>
          <p:cNvPr id="16" name="Shape 438">
            <a:extLst>
              <a:ext uri="{FF2B5EF4-FFF2-40B4-BE49-F238E27FC236}">
                <a16:creationId xmlns:a16="http://schemas.microsoft.com/office/drawing/2014/main" id="{71B34311-E149-2CF2-3F9C-F5816DF1294A}"/>
              </a:ext>
            </a:extLst>
          </p:cNvPr>
          <p:cNvSpPr/>
          <p:nvPr/>
        </p:nvSpPr>
        <p:spPr>
          <a:xfrm>
            <a:off x="6484934" y="3429000"/>
            <a:ext cx="4929072" cy="1750000"/>
          </a:xfrm>
          <a:prstGeom prst="roundRect">
            <a:avLst/>
          </a:prstGeom>
          <a:solidFill>
            <a:srgbClr val="10243E"/>
          </a:solidFill>
          <a:ln>
            <a:noFill/>
          </a:ln>
        </p:spPr>
        <p:txBody>
          <a:bodyPr wrap="square" lIns="45720" tIns="45720" rIns="45720" bIns="320000" rtlCol="0" anchor="ctr">
            <a:normAutofit/>
          </a:bodyPr>
          <a:lstStyle/>
          <a:p>
            <a:pPr marL="0" indent="0" algn="l">
              <a:lnSpc>
                <a:spcPct val="100000"/>
              </a:lnSpc>
              <a:spcBef>
                <a:spcPts val="0"/>
              </a:spcBef>
              <a:buNone/>
            </a:pPr>
            <a:r>
              <a:rPr lang="en-US" sz="1600" b="1" i="0" u="none" strike="noStrike" kern="1200" spc="0">
                <a:solidFill>
                  <a:srgbClr val="FFFFFF"/>
                </a:solidFill>
                <a:latin typeface="Aptos"/>
                <a:ea typeface="+mn-ea"/>
                <a:cs typeface="+mn-cs"/>
              </a:rPr>
              <a:t>Department admin</a:t>
            </a:r>
          </a:p>
          <a:p>
            <a:pPr marL="0" indent="0" algn="l">
              <a:lnSpc>
                <a:spcPct val="115000"/>
              </a:lnSpc>
              <a:spcBef>
                <a:spcPts val="600"/>
              </a:spcBef>
              <a:buNone/>
            </a:pPr>
            <a:r>
              <a:rPr lang="en-US" sz="1100" b="0" i="0" u="none" strike="noStrike" kern="1200" spc="0">
                <a:solidFill>
                  <a:srgbClr val="D9E1EA"/>
                </a:solidFill>
                <a:latin typeface="Aptos"/>
                <a:ea typeface="+mn-ea"/>
                <a:cs typeface="+mn-cs"/>
              </a:rPr>
              <a:t>A department lead sees only the departments permitted by the security filter.</a:t>
            </a:r>
          </a:p>
        </p:txBody>
      </p:sp>
      <p:sp>
        <p:nvSpPr>
          <p:cNvPr id="17" name="Shape 4">
            <a:extLst>
              <a:ext uri="{FF2B5EF4-FFF2-40B4-BE49-F238E27FC236}">
                <a16:creationId xmlns:a16="http://schemas.microsoft.com/office/drawing/2014/main" id="{3796A9EC-46FB-DF97-7D3F-52C9601B8A0F}"/>
              </a:ext>
            </a:extLst>
          </p:cNvPr>
          <p:cNvSpPr/>
          <p:nvPr/>
        </p:nvSpPr>
        <p:spPr>
          <a:xfrm>
            <a:off x="527304" y="1836600"/>
            <a:ext cx="3533648" cy="502920"/>
          </a:xfrm>
          <a:prstGeom prst="homePlate">
            <a:avLst/>
          </a:prstGeom>
          <a:solidFill>
            <a:srgbClr val="10B8B1">
              <a:alpha val="25116"/>
            </a:srgbClr>
          </a:solidFill>
          <a:ln>
            <a:noFill/>
          </a:ln>
        </p:spPr>
        <p:txBody>
          <a:bodyPr wrap="square" lIns="182880" tIns="0" rIns="182880" bIns="0" anchor="ctr"/>
          <a:lstStyle/>
          <a:p>
            <a:pPr algn="ctr">
              <a:buNone/>
            </a:pPr>
            <a:r>
              <a:rPr lang="en-US" sz="1100" b="1" i="0" u="none" strike="noStrike" kern="1200" spc="80">
                <a:solidFill>
                  <a:srgbClr val="FFFFFF"/>
                </a:solidFill>
                <a:latin typeface="Aptos"/>
                <a:ea typeface="+mn-ea"/>
                <a:cs typeface="+mn-cs"/>
              </a:rPr>
              <a:t>1 · EXPORT BOTH FILES</a:t>
            </a:r>
          </a:p>
        </p:txBody>
      </p:sp>
      <p:sp>
        <p:nvSpPr>
          <p:cNvPr id="18" name="Shape 5">
            <a:extLst>
              <a:ext uri="{FF2B5EF4-FFF2-40B4-BE49-F238E27FC236}">
                <a16:creationId xmlns:a16="http://schemas.microsoft.com/office/drawing/2014/main" id="{FBD2D1D5-68FB-312D-CEC2-030A10F0DD1A}"/>
              </a:ext>
            </a:extLst>
          </p:cNvPr>
          <p:cNvSpPr/>
          <p:nvPr/>
        </p:nvSpPr>
        <p:spPr>
          <a:xfrm>
            <a:off x="4289552" y="1836600"/>
            <a:ext cx="3533648" cy="502920"/>
          </a:xfrm>
          <a:prstGeom prst="homePlate">
            <a:avLst/>
          </a:prstGeom>
          <a:solidFill>
            <a:srgbClr val="29A7D9">
              <a:alpha val="25116"/>
            </a:srgbClr>
          </a:solidFill>
          <a:ln>
            <a:noFill/>
          </a:ln>
        </p:spPr>
        <p:txBody>
          <a:bodyPr wrap="square" lIns="182880" tIns="0" rIns="182880" bIns="0" anchor="ctr"/>
          <a:lstStyle/>
          <a:p>
            <a:pPr algn="ctr">
              <a:buNone/>
            </a:pPr>
            <a:r>
              <a:rPr lang="en-US" sz="1100" b="1" i="0" u="none" strike="noStrike" kern="1200" spc="80">
                <a:solidFill>
                  <a:srgbClr val="FFFFFF"/>
                </a:solidFill>
                <a:latin typeface="Aptos"/>
                <a:ea typeface="+mn-ea"/>
                <a:cs typeface="+mn-cs"/>
              </a:rPr>
              <a:t>2 · POINT AND REFRESH</a:t>
            </a:r>
          </a:p>
        </p:txBody>
      </p:sp>
      <p:sp>
        <p:nvSpPr>
          <p:cNvPr id="19" name="Shape 6">
            <a:extLst>
              <a:ext uri="{FF2B5EF4-FFF2-40B4-BE49-F238E27FC236}">
                <a16:creationId xmlns:a16="http://schemas.microsoft.com/office/drawing/2014/main" id="{D2C4B398-23D5-CC25-C881-823AE8350FDA}"/>
              </a:ext>
            </a:extLst>
          </p:cNvPr>
          <p:cNvSpPr/>
          <p:nvPr/>
        </p:nvSpPr>
        <p:spPr>
          <a:xfrm>
            <a:off x="8051800" y="1836600"/>
            <a:ext cx="3533648" cy="502920"/>
          </a:xfrm>
          <a:prstGeom prst="homePlate">
            <a:avLst/>
          </a:prstGeom>
          <a:solidFill>
            <a:srgbClr val="EF6C62"/>
          </a:solidFill>
          <a:ln w="28575">
            <a:solidFill>
              <a:srgbClr val="A94B45"/>
            </a:solidFill>
          </a:ln>
        </p:spPr>
        <p:txBody>
          <a:bodyPr wrap="square" lIns="182880" tIns="0" rIns="182880" bIns="0" anchor="ctr"/>
          <a:lstStyle/>
          <a:p>
            <a:pPr algn="ctr">
              <a:buNone/>
            </a:pPr>
            <a:r>
              <a:rPr lang="en-US" sz="1100" b="1" i="0" u="none" strike="noStrike" kern="1200" spc="80">
                <a:solidFill>
                  <a:srgbClr val="FFFFFF"/>
                </a:solidFill>
                <a:latin typeface="Aptos"/>
                <a:ea typeface="+mn-ea"/>
                <a:cs typeface="+mn-cs"/>
              </a:rPr>
              <a:t>3 · VALIDATE AND PUBLISH TO POWER BI</a:t>
            </a:r>
          </a:p>
        </p:txBody>
      </p:sp>
      <p:sp>
        <p:nvSpPr>
          <p:cNvPr id="20" name="Rounded Rectangle 19">
            <a:extLst>
              <a:ext uri="{FF2B5EF4-FFF2-40B4-BE49-F238E27FC236}">
                <a16:creationId xmlns:a16="http://schemas.microsoft.com/office/drawing/2014/main" id="{4253EEB7-6068-FA9B-E375-3FDFD263A31C}"/>
              </a:ext>
            </a:extLst>
          </p:cNvPr>
          <p:cNvSpPr/>
          <p:nvPr/>
        </p:nvSpPr>
        <p:spPr>
          <a:xfrm>
            <a:off x="3469136" y="6186456"/>
            <a:ext cx="5388488" cy="491695"/>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i="1"/>
              <a:t>Get the Cowork Chargeback report:</a:t>
            </a:r>
          </a:p>
          <a:p>
            <a:pPr algn="ctr"/>
            <a:r>
              <a:rPr lang="en-US" sz="1100" i="1"/>
              <a:t>https://github.com/microsoft/CreditUsage</a:t>
            </a:r>
            <a:endParaRPr lang="en-US" sz="1100"/>
          </a:p>
        </p:txBody>
      </p:sp>
      <p:sp>
        <p:nvSpPr>
          <p:cNvPr id="4" name="Theme Top Rule">
            <a:extLst>
              <a:ext uri="{FF2B5EF4-FFF2-40B4-BE49-F238E27FC236}">
                <a16:creationId xmlns:a16="http://schemas.microsoft.com/office/drawing/2014/main" id="{E776902E-084B-2768-5A6E-1ED9ACB789A8}"/>
              </a:ext>
            </a:extLst>
          </p:cNvPr>
          <p:cNvSpPr/>
          <p:nvPr/>
        </p:nvSpPr>
        <p:spPr>
          <a:xfrm>
            <a:off x="0" y="0"/>
            <a:ext cx="12192000" cy="38100"/>
          </a:xfrm>
          <a:prstGeom prst="rect">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heme Footer">
            <a:extLst>
              <a:ext uri="{FF2B5EF4-FFF2-40B4-BE49-F238E27FC236}">
                <a16:creationId xmlns:a16="http://schemas.microsoft.com/office/drawing/2014/main" id="{2116AF0C-4E33-B3CE-FF96-4E1FB3836473}"/>
              </a:ext>
            </a:extLst>
          </p:cNvPr>
          <p:cNvSpPr txBox="1"/>
          <p:nvPr/>
        </p:nvSpPr>
        <p:spPr>
          <a:xfrm>
            <a:off x="566420" y="6705600"/>
            <a:ext cx="11059160" cy="107722"/>
          </a:xfrm>
          <a:prstGeom prst="rect">
            <a:avLst/>
          </a:prstGeom>
          <a:noFill/>
        </p:spPr>
        <p:txBody>
          <a:bodyPr vert="horz" lIns="0" tIns="0" rIns="0" bIns="0" rtlCol="0">
            <a:spAutoFit/>
          </a:bodyPr>
          <a:lstStyle/>
          <a:p>
            <a:pPr algn="r"/>
            <a:r>
              <a:rPr lang="en-US" sz="700" b="1">
                <a:solidFill>
                  <a:srgbClr val="627083"/>
                </a:solidFill>
                <a:latin typeface="Aptos" panose="020B0004020202020204" pitchFamily="34" charset="0"/>
              </a:rPr>
              <a:t>COWORK CREDIT CHARGEBACK</a:t>
            </a:r>
          </a:p>
        </p:txBody>
      </p:sp>
    </p:spTree>
    <p:extLst>
      <p:ext uri="{BB962C8B-B14F-4D97-AF65-F5344CB8AC3E}">
        <p14:creationId xmlns:p14="http://schemas.microsoft.com/office/powerpoint/2010/main" val="2378878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10243E"/>
          </a:solidFill>
          <a:ln>
            <a:noFill/>
          </a:ln>
        </p:spPr>
        <p:txBody>
          <a:bodyPr/>
          <a:lstStyle/>
          <a:p>
            <a:pPr algn="l">
              <a:buNone/>
            </a:pPr>
            <a:endParaRPr lang="en-US" sz="1800">
              <a:latin typeface="Aptos"/>
            </a:endParaRPr>
          </a:p>
        </p:txBody>
      </p:sp>
      <p:sp>
        <p:nvSpPr>
          <p:cNvPr id="3" name="Shape 3"/>
          <p:cNvSpPr/>
          <p:nvPr/>
        </p:nvSpPr>
        <p:spPr>
          <a:xfrm>
            <a:off x="7955280" y="0"/>
            <a:ext cx="4236720" cy="6858000"/>
          </a:xfrm>
          <a:prstGeom prst="rect">
            <a:avLst/>
          </a:prstGeom>
          <a:solidFill>
            <a:srgbClr val="10B8B1"/>
          </a:solidFill>
          <a:ln>
            <a:noFill/>
          </a:ln>
        </p:spPr>
        <p:txBody>
          <a:bodyPr/>
          <a:lstStyle/>
          <a:p>
            <a:pPr algn="l">
              <a:buNone/>
            </a:pPr>
            <a:endParaRPr lang="en-US" sz="1800">
              <a:latin typeface="Aptos"/>
            </a:endParaRPr>
          </a:p>
        </p:txBody>
      </p:sp>
      <p:sp>
        <p:nvSpPr>
          <p:cNvPr id="10" name="Text 4">
            <a:extLst>
              <a:ext uri="{FF2B5EF4-FFF2-40B4-BE49-F238E27FC236}">
                <a16:creationId xmlns:a16="http://schemas.microsoft.com/office/drawing/2014/main" id="{72B0C2AC-B967-472E-9A76-488C7CE1C31E}"/>
              </a:ext>
            </a:extLst>
          </p:cNvPr>
          <p:cNvSpPr/>
          <p:nvPr/>
        </p:nvSpPr>
        <p:spPr>
          <a:xfrm>
            <a:off x="731520" y="1803400"/>
            <a:ext cx="7112000" cy="6985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00" b="1" i="0" u="none" strike="noStrike" kern="1200" cap="none" spc="0" normalizeH="0" baseline="0" noProof="0">
                <a:ln>
                  <a:noFill/>
                </a:ln>
                <a:solidFill>
                  <a:srgbClr val="FFFFFF"/>
                </a:solidFill>
                <a:effectLst/>
                <a:uLnTx/>
                <a:uFillTx/>
                <a:latin typeface="Aptos Display" panose="020B0004020202020204" pitchFamily="34" charset="0"/>
                <a:ea typeface="+mn-ea"/>
                <a:cs typeface="+mn-cs"/>
              </a:rPr>
              <a:t>Report Details</a:t>
            </a:r>
          </a:p>
        </p:txBody>
      </p:sp>
      <p:sp>
        <p:nvSpPr>
          <p:cNvPr id="5" name="Theme Footer">
            <a:extLst>
              <a:ext uri="{FF2B5EF4-FFF2-40B4-BE49-F238E27FC236}">
                <a16:creationId xmlns:a16="http://schemas.microsoft.com/office/drawing/2014/main" id="{740D56C0-1D75-7E68-630C-404759A371F8}"/>
              </a:ext>
            </a:extLst>
          </p:cNvPr>
          <p:cNvSpPr txBox="1"/>
          <p:nvPr/>
        </p:nvSpPr>
        <p:spPr>
          <a:xfrm>
            <a:off x="566420" y="6705600"/>
            <a:ext cx="11059160" cy="107722"/>
          </a:xfrm>
          <a:prstGeom prst="rect">
            <a:avLst/>
          </a:prstGeom>
          <a:noFill/>
        </p:spPr>
        <p:txBody>
          <a:bodyPr vert="horz" lIns="0" tIns="0" rIns="0" bIns="0" rtlCol="0">
            <a:spAutoFit/>
          </a:bodyPr>
          <a:lstStyle/>
          <a:p>
            <a:pPr algn="r"/>
            <a:r>
              <a:rPr lang="en-US" sz="700" b="1">
                <a:solidFill>
                  <a:srgbClr val="CBD5E1"/>
                </a:solidFill>
                <a:latin typeface="Aptos" panose="020B0004020202020204" pitchFamily="34" charset="0"/>
              </a:rPr>
              <a:t>COWORK CREDIT CHARGEBACK</a:t>
            </a:r>
          </a:p>
        </p:txBody>
      </p:sp>
    </p:spTree>
    <p:extLst>
      <p:ext uri="{BB962C8B-B14F-4D97-AF65-F5344CB8AC3E}">
        <p14:creationId xmlns:p14="http://schemas.microsoft.com/office/powerpoint/2010/main" val="614185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hidden="1"/>
          <p:cNvSpPr/>
          <p:nvPr/>
        </p:nvSpPr>
        <p:spPr>
          <a:xfrm>
            <a:off x="0" y="1051560"/>
            <a:ext cx="12191695" cy="54864"/>
          </a:xfrm>
          <a:prstGeom prst="rect">
            <a:avLst/>
          </a:prstGeom>
          <a:solidFill>
            <a:srgbClr val="09B3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420" y="368300"/>
            <a:ext cx="11057890" cy="369332"/>
          </a:xfrm>
          <a:prstGeom prst="rect">
            <a:avLst/>
          </a:prstGeom>
          <a:noFill/>
        </p:spPr>
        <p:txBody>
          <a:bodyPr wrap="square" lIns="0" tIns="0" rIns="0" bIns="0" anchor="t">
            <a:spAutoFit/>
          </a:bodyPr>
          <a:lstStyle/>
          <a:p>
            <a:pPr algn="l"/>
            <a:r>
              <a:rPr sz="2400" b="1" i="0">
                <a:solidFill>
                  <a:srgbClr val="10243E"/>
                </a:solidFill>
                <a:latin typeface="Aptos" panose="020B0004020202020204" pitchFamily="34" charset="0"/>
              </a:rPr>
              <a:t>How this report works</a:t>
            </a:r>
          </a:p>
        </p:txBody>
      </p:sp>
      <p:sp>
        <p:nvSpPr>
          <p:cNvPr id="6" name="TextBox 5"/>
          <p:cNvSpPr txBox="1"/>
          <p:nvPr/>
        </p:nvSpPr>
        <p:spPr>
          <a:xfrm>
            <a:off x="502920" y="1371600"/>
            <a:ext cx="6309360" cy="365760"/>
          </a:xfrm>
          <a:prstGeom prst="rect">
            <a:avLst/>
          </a:prstGeom>
          <a:noFill/>
        </p:spPr>
        <p:txBody>
          <a:bodyPr wrap="square" lIns="45720" tIns="18288" rIns="45720" bIns="18288" anchor="t">
            <a:spAutoFit/>
          </a:bodyPr>
          <a:lstStyle/>
          <a:p>
            <a:pPr algn="l"/>
            <a:r>
              <a:rPr sz="1200" b="1" i="0">
                <a:solidFill>
                  <a:srgbClr val="4F73B8"/>
                </a:solidFill>
                <a:latin typeface="Segoe UI Semibold"/>
              </a:rPr>
              <a:t>THE PAGES</a:t>
            </a:r>
          </a:p>
        </p:txBody>
      </p:sp>
      <p:sp>
        <p:nvSpPr>
          <p:cNvPr id="7" name="Oval 6"/>
          <p:cNvSpPr/>
          <p:nvPr/>
        </p:nvSpPr>
        <p:spPr>
          <a:xfrm>
            <a:off x="502920" y="1801368"/>
            <a:ext cx="310896" cy="310896"/>
          </a:xfrm>
          <a:prstGeom prst="ellipse">
            <a:avLst/>
          </a:prstGeom>
          <a:solidFill>
            <a:srgbClr val="10B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764792"/>
            <a:ext cx="310896" cy="365760"/>
          </a:xfrm>
          <a:prstGeom prst="rect">
            <a:avLst/>
          </a:prstGeom>
          <a:noFill/>
        </p:spPr>
        <p:txBody>
          <a:bodyPr wrap="square" lIns="45720" tIns="18288" rIns="45720" bIns="18288" anchor="ctr">
            <a:spAutoFit/>
          </a:bodyPr>
          <a:lstStyle/>
          <a:p>
            <a:pPr algn="ctr"/>
            <a:r>
              <a:rPr sz="1200" b="1" i="0">
                <a:solidFill>
                  <a:srgbClr val="FFFFFF"/>
                </a:solidFill>
                <a:latin typeface="Segoe UI Semibold"/>
              </a:rPr>
              <a:t>1</a:t>
            </a:r>
          </a:p>
        </p:txBody>
      </p:sp>
      <p:sp>
        <p:nvSpPr>
          <p:cNvPr id="9" name="TextBox 8"/>
          <p:cNvSpPr txBox="1"/>
          <p:nvPr/>
        </p:nvSpPr>
        <p:spPr>
          <a:xfrm>
            <a:off x="932688" y="1755648"/>
            <a:ext cx="5852160" cy="411480"/>
          </a:xfrm>
          <a:prstGeom prst="rect">
            <a:avLst/>
          </a:prstGeom>
          <a:noFill/>
        </p:spPr>
        <p:txBody>
          <a:bodyPr wrap="square" lIns="45720" tIns="18288" rIns="45720" bIns="18288" anchor="ctr">
            <a:spAutoFit/>
          </a:bodyPr>
          <a:lstStyle/>
          <a:p>
            <a:pPr algn="l"/>
            <a:r>
              <a:rPr sz="1300" b="1" i="0">
                <a:solidFill>
                  <a:srgbClr val="1C2632"/>
                </a:solidFill>
                <a:latin typeface="Segoe UI Semibold"/>
              </a:rPr>
              <a:t>Consumption  —  </a:t>
            </a:r>
            <a:r>
              <a:rPr sz="1200" b="0" i="0">
                <a:solidFill>
                  <a:srgbClr val="55606B"/>
                </a:solidFill>
                <a:latin typeface="Segoe UI"/>
              </a:rPr>
              <a:t>who is using credits, and how much</a:t>
            </a:r>
          </a:p>
        </p:txBody>
      </p:sp>
      <p:sp>
        <p:nvSpPr>
          <p:cNvPr id="10" name="Oval 9"/>
          <p:cNvSpPr/>
          <p:nvPr/>
        </p:nvSpPr>
        <p:spPr>
          <a:xfrm>
            <a:off x="502920" y="2276856"/>
            <a:ext cx="310896" cy="310896"/>
          </a:xfrm>
          <a:prstGeom prst="ellipse">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240279"/>
            <a:ext cx="310896" cy="365760"/>
          </a:xfrm>
          <a:prstGeom prst="rect">
            <a:avLst/>
          </a:prstGeom>
          <a:noFill/>
        </p:spPr>
        <p:txBody>
          <a:bodyPr wrap="square" lIns="45720" tIns="18288" rIns="45720" bIns="18288" anchor="ctr">
            <a:spAutoFit/>
          </a:bodyPr>
          <a:lstStyle/>
          <a:p>
            <a:pPr algn="ctr"/>
            <a:r>
              <a:rPr sz="1200" b="1" i="0">
                <a:solidFill>
                  <a:srgbClr val="FFFFFF"/>
                </a:solidFill>
                <a:latin typeface="Segoe UI Semibold"/>
              </a:rPr>
              <a:t>2</a:t>
            </a:r>
          </a:p>
        </p:txBody>
      </p:sp>
      <p:sp>
        <p:nvSpPr>
          <p:cNvPr id="12" name="TextBox 11"/>
          <p:cNvSpPr txBox="1"/>
          <p:nvPr/>
        </p:nvSpPr>
        <p:spPr>
          <a:xfrm>
            <a:off x="932688" y="2778933"/>
            <a:ext cx="5852160" cy="236988"/>
          </a:xfrm>
          <a:prstGeom prst="rect">
            <a:avLst/>
          </a:prstGeom>
          <a:noFill/>
        </p:spPr>
        <p:txBody>
          <a:bodyPr wrap="square" lIns="45720" tIns="18288" rIns="45720" bIns="18288" anchor="ctr">
            <a:spAutoFit/>
          </a:bodyPr>
          <a:lstStyle/>
          <a:p>
            <a:r>
              <a:rPr lang="en-US" sz="1300" b="1">
                <a:solidFill>
                  <a:srgbClr val="1C2632"/>
                </a:solidFill>
                <a:latin typeface="Segoe UI Semibold"/>
                <a:cs typeface="Segoe UI Semibold"/>
              </a:rPr>
              <a:t>Prepaid + PAYGO Modeling — </a:t>
            </a:r>
            <a:r>
              <a:rPr lang="en-US" sz="1200">
                <a:solidFill>
                  <a:srgbClr val="55606B"/>
                </a:solidFill>
                <a:latin typeface="Segoe UI"/>
                <a:cs typeface="Segoe UI"/>
              </a:rPr>
              <a:t>split a prepaid pool across teams</a:t>
            </a:r>
            <a:endParaRPr lang="en-US" sz="1200">
              <a:solidFill>
                <a:srgbClr val="000000"/>
              </a:solidFill>
              <a:latin typeface="Segoe UI"/>
              <a:cs typeface="Segoe UI"/>
            </a:endParaRPr>
          </a:p>
        </p:txBody>
      </p:sp>
      <p:sp>
        <p:nvSpPr>
          <p:cNvPr id="13" name="Oval 12"/>
          <p:cNvSpPr/>
          <p:nvPr/>
        </p:nvSpPr>
        <p:spPr>
          <a:xfrm>
            <a:off x="502920" y="2752344"/>
            <a:ext cx="310896" cy="310896"/>
          </a:xfrm>
          <a:prstGeom prst="ellipse">
            <a:avLst/>
          </a:prstGeom>
          <a:solidFill>
            <a:srgbClr val="EF6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2715768"/>
            <a:ext cx="310896" cy="365760"/>
          </a:xfrm>
          <a:prstGeom prst="rect">
            <a:avLst/>
          </a:prstGeom>
          <a:noFill/>
        </p:spPr>
        <p:txBody>
          <a:bodyPr wrap="square" lIns="45720" tIns="18288" rIns="45720" bIns="18288" anchor="ctr">
            <a:spAutoFit/>
          </a:bodyPr>
          <a:lstStyle/>
          <a:p>
            <a:pPr algn="ctr"/>
            <a:r>
              <a:rPr sz="1200" b="1" i="0">
                <a:solidFill>
                  <a:srgbClr val="FFFFFF"/>
                </a:solidFill>
                <a:latin typeface="Segoe UI Semibold"/>
              </a:rPr>
              <a:t>3</a:t>
            </a:r>
          </a:p>
        </p:txBody>
      </p:sp>
      <p:sp>
        <p:nvSpPr>
          <p:cNvPr id="15" name="TextBox 14"/>
          <p:cNvSpPr txBox="1"/>
          <p:nvPr/>
        </p:nvSpPr>
        <p:spPr>
          <a:xfrm>
            <a:off x="910285" y="3246041"/>
            <a:ext cx="5852160" cy="236988"/>
          </a:xfrm>
          <a:prstGeom prst="rect">
            <a:avLst/>
          </a:prstGeom>
          <a:noFill/>
        </p:spPr>
        <p:txBody>
          <a:bodyPr wrap="square" lIns="45720" tIns="18288" rIns="45720" bIns="18288" anchor="ctr">
            <a:spAutoFit/>
          </a:bodyPr>
          <a:lstStyle/>
          <a:p>
            <a:r>
              <a:rPr lang="en-US" sz="1300" b="1">
                <a:solidFill>
                  <a:srgbClr val="1C2632"/>
                </a:solidFill>
                <a:latin typeface="Segoe UI Semibold"/>
                <a:cs typeface="Segoe UI Semibold"/>
              </a:rPr>
              <a:t>Optimization &amp; Limits — </a:t>
            </a:r>
            <a:r>
              <a:rPr lang="en-US" sz="1200">
                <a:solidFill>
                  <a:srgbClr val="55606B"/>
                </a:solidFill>
                <a:latin typeface="Segoe UI"/>
                <a:cs typeface="Segoe UI"/>
              </a:rPr>
              <a:t>who to give more - or less</a:t>
            </a:r>
            <a:endParaRPr lang="en-US" sz="1200">
              <a:solidFill>
                <a:srgbClr val="000000"/>
              </a:solidFill>
              <a:latin typeface="Segoe UI"/>
              <a:cs typeface="Segoe UI"/>
            </a:endParaRPr>
          </a:p>
        </p:txBody>
      </p:sp>
      <p:sp>
        <p:nvSpPr>
          <p:cNvPr id="16" name="Oval 15"/>
          <p:cNvSpPr/>
          <p:nvPr/>
        </p:nvSpPr>
        <p:spPr>
          <a:xfrm>
            <a:off x="502920" y="3227832"/>
            <a:ext cx="310896" cy="310896"/>
          </a:xfrm>
          <a:prstGeom prst="ellipse">
            <a:avLst/>
          </a:prstGeom>
          <a:solidFill>
            <a:srgbClr val="6C6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3191256"/>
            <a:ext cx="310896" cy="365760"/>
          </a:xfrm>
          <a:prstGeom prst="rect">
            <a:avLst/>
          </a:prstGeom>
          <a:noFill/>
        </p:spPr>
        <p:txBody>
          <a:bodyPr wrap="square" lIns="45720" tIns="18288" rIns="45720" bIns="18288" anchor="ctr">
            <a:spAutoFit/>
          </a:bodyPr>
          <a:lstStyle/>
          <a:p>
            <a:pPr algn="ctr"/>
            <a:r>
              <a:rPr sz="1200" b="1" i="0">
                <a:solidFill>
                  <a:srgbClr val="FFFFFF"/>
                </a:solidFill>
                <a:latin typeface="Segoe UI Semibold"/>
              </a:rPr>
              <a:t>4</a:t>
            </a:r>
          </a:p>
        </p:txBody>
      </p:sp>
      <p:sp>
        <p:nvSpPr>
          <p:cNvPr id="19" name="Oval 18"/>
          <p:cNvSpPr/>
          <p:nvPr/>
        </p:nvSpPr>
        <p:spPr>
          <a:xfrm>
            <a:off x="502920" y="3703319"/>
            <a:ext cx="310896" cy="310896"/>
          </a:xfrm>
          <a:prstGeom prst="ellipse">
            <a:avLst/>
          </a:prstGeom>
          <a:solidFill>
            <a:srgbClr val="10B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3666744"/>
            <a:ext cx="310896" cy="365760"/>
          </a:xfrm>
          <a:prstGeom prst="rect">
            <a:avLst/>
          </a:prstGeom>
          <a:noFill/>
        </p:spPr>
        <p:txBody>
          <a:bodyPr wrap="square" lIns="45720" tIns="18288" rIns="45720" bIns="18288" anchor="ctr">
            <a:spAutoFit/>
          </a:bodyPr>
          <a:lstStyle/>
          <a:p>
            <a:pPr algn="ctr"/>
            <a:r>
              <a:rPr sz="1200" b="1" i="0">
                <a:solidFill>
                  <a:srgbClr val="FFFFFF"/>
                </a:solidFill>
                <a:latin typeface="Segoe UI Semibold"/>
              </a:rPr>
              <a:t>5</a:t>
            </a:r>
          </a:p>
        </p:txBody>
      </p:sp>
      <p:sp>
        <p:nvSpPr>
          <p:cNvPr id="21" name="TextBox 20"/>
          <p:cNvSpPr txBox="1"/>
          <p:nvPr/>
        </p:nvSpPr>
        <p:spPr>
          <a:xfrm>
            <a:off x="921639" y="2304762"/>
            <a:ext cx="5852160" cy="236988"/>
          </a:xfrm>
          <a:prstGeom prst="rect">
            <a:avLst/>
          </a:prstGeom>
          <a:noFill/>
        </p:spPr>
        <p:txBody>
          <a:bodyPr wrap="square" lIns="45720" tIns="18288" rIns="45720" bIns="18288" anchor="ctr">
            <a:spAutoFit/>
          </a:bodyPr>
          <a:lstStyle/>
          <a:p>
            <a:r>
              <a:rPr lang="en-US" sz="1300" b="1">
                <a:solidFill>
                  <a:srgbClr val="1C2632"/>
                </a:solidFill>
                <a:latin typeface="Segoe UI Semibold"/>
                <a:cs typeface="Segoe UI Semibold"/>
              </a:rPr>
              <a:t>PAYGO Modeling — </a:t>
            </a:r>
            <a:r>
              <a:rPr lang="en-US" sz="1200">
                <a:solidFill>
                  <a:srgbClr val="55606B"/>
                </a:solidFill>
                <a:latin typeface="Segoe UI"/>
                <a:cs typeface="Segoe UI"/>
              </a:rPr>
              <a:t>how much is each team spending</a:t>
            </a:r>
            <a:endParaRPr lang="en-US" sz="1200">
              <a:solidFill>
                <a:srgbClr val="000000"/>
              </a:solidFill>
              <a:latin typeface="Segoe UI"/>
              <a:cs typeface="Segoe UI"/>
            </a:endParaRPr>
          </a:p>
        </p:txBody>
      </p:sp>
      <p:sp>
        <p:nvSpPr>
          <p:cNvPr id="24" name="TextBox 23"/>
          <p:cNvSpPr txBox="1"/>
          <p:nvPr/>
        </p:nvSpPr>
        <p:spPr>
          <a:xfrm>
            <a:off x="932688" y="3731724"/>
            <a:ext cx="5852160" cy="236988"/>
          </a:xfrm>
          <a:prstGeom prst="rect">
            <a:avLst/>
          </a:prstGeom>
          <a:noFill/>
        </p:spPr>
        <p:txBody>
          <a:bodyPr wrap="square" lIns="45720" tIns="18288" rIns="45720" bIns="18288" anchor="ctr">
            <a:spAutoFit/>
          </a:bodyPr>
          <a:lstStyle/>
          <a:p>
            <a:r>
              <a:rPr lang="en-US" sz="1300" b="1">
                <a:solidFill>
                  <a:srgbClr val="1C2632"/>
                </a:solidFill>
                <a:latin typeface="Segoe UI Semibold"/>
                <a:cs typeface="Segoe UI Semibold"/>
              </a:rPr>
              <a:t>Forecast (Credits) — </a:t>
            </a:r>
            <a:r>
              <a:rPr lang="en-US" sz="1200">
                <a:solidFill>
                  <a:srgbClr val="55606B"/>
                </a:solidFill>
                <a:latin typeface="Segoe UI"/>
                <a:cs typeface="Segoe UI"/>
              </a:rPr>
              <a:t>project future demand vs capacity</a:t>
            </a:r>
            <a:endParaRPr lang="en-US" sz="1200">
              <a:solidFill>
                <a:srgbClr val="000000"/>
              </a:solidFill>
              <a:latin typeface="Segoe UI"/>
              <a:cs typeface="Segoe UI"/>
            </a:endParaRPr>
          </a:p>
        </p:txBody>
      </p:sp>
      <p:sp>
        <p:nvSpPr>
          <p:cNvPr id="29" name="Rounded Rectangle 28"/>
          <p:cNvSpPr/>
          <p:nvPr/>
        </p:nvSpPr>
        <p:spPr>
          <a:xfrm>
            <a:off x="6762750" y="1205866"/>
            <a:ext cx="4712970" cy="4068127"/>
          </a:xfrm>
          <a:prstGeom prst="roundRect">
            <a:avLst>
              <a:gd name="adj" fmla="val 4000"/>
            </a:avLst>
          </a:prstGeom>
          <a:solidFill>
            <a:srgbClr val="F6F8FB"/>
          </a:solidFill>
          <a:ln w="9525">
            <a:solidFill>
              <a:srgbClr val="DB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60920" y="1350645"/>
            <a:ext cx="4114800" cy="365760"/>
          </a:xfrm>
          <a:prstGeom prst="rect">
            <a:avLst/>
          </a:prstGeom>
          <a:noFill/>
        </p:spPr>
        <p:txBody>
          <a:bodyPr wrap="square" lIns="45720" tIns="18288" rIns="45720" bIns="18288" anchor="t">
            <a:spAutoFit/>
          </a:bodyPr>
          <a:lstStyle/>
          <a:p>
            <a:pPr algn="l"/>
            <a:r>
              <a:rPr sz="1200" b="1" i="0">
                <a:solidFill>
                  <a:srgbClr val="09B39D"/>
                </a:solidFill>
                <a:latin typeface="Segoe UI Semibold"/>
              </a:rPr>
              <a:t>CONTROLS ON (ALMOST) EVERY PAGE</a:t>
            </a:r>
          </a:p>
        </p:txBody>
      </p:sp>
      <p:sp>
        <p:nvSpPr>
          <p:cNvPr id="31" name="TextBox 30"/>
          <p:cNvSpPr txBox="1"/>
          <p:nvPr/>
        </p:nvSpPr>
        <p:spPr>
          <a:xfrm>
            <a:off x="7246620" y="1757362"/>
            <a:ext cx="4114800" cy="3211328"/>
          </a:xfrm>
          <a:prstGeom prst="rect">
            <a:avLst/>
          </a:prstGeom>
          <a:noFill/>
        </p:spPr>
        <p:txBody>
          <a:bodyPr wrap="square" lIns="45720" tIns="18288" rIns="45720" bIns="18288" anchor="t">
            <a:spAutoFit/>
          </a:bodyPr>
          <a:lstStyle/>
          <a:p>
            <a:pPr algn="l">
              <a:lnSpc>
                <a:spcPct val="105000"/>
              </a:lnSpc>
              <a:spcAft>
                <a:spcPts val="700"/>
              </a:spcAft>
            </a:pPr>
            <a:r>
              <a:rPr sz="1150" b="1" i="0">
                <a:solidFill>
                  <a:srgbClr val="1C2632"/>
                </a:solidFill>
                <a:latin typeface="Segoe UI Semibold"/>
              </a:rPr>
              <a:t>Slice By</a:t>
            </a:r>
            <a:r>
              <a:rPr sz="1100" b="0" i="0">
                <a:solidFill>
                  <a:srgbClr val="1C2632"/>
                </a:solidFill>
                <a:latin typeface="Segoe UI"/>
              </a:rPr>
              <a:t>  — regroups every rollup by Department, Business Unit, Cost Center, Job Family, Job Title, City, Country, Manager or User.</a:t>
            </a:r>
          </a:p>
          <a:p>
            <a:pPr algn="l">
              <a:lnSpc>
                <a:spcPct val="105000"/>
              </a:lnSpc>
              <a:spcAft>
                <a:spcPts val="700"/>
              </a:spcAft>
            </a:pPr>
            <a:r>
              <a:rPr sz="1150" b="1" i="0">
                <a:solidFill>
                  <a:srgbClr val="1C2632"/>
                </a:solidFill>
                <a:latin typeface="Segoe UI Semibold"/>
              </a:rPr>
              <a:t>Rate per Credit</a:t>
            </a:r>
            <a:r>
              <a:rPr sz="1100" b="0" i="0">
                <a:solidFill>
                  <a:srgbClr val="1C2632"/>
                </a:solidFill>
                <a:latin typeface="Segoe UI"/>
              </a:rPr>
              <a:t>  — sets the dollar value of one credit (default $0.01); reprices costs live.</a:t>
            </a:r>
          </a:p>
          <a:p>
            <a:pPr algn="l">
              <a:lnSpc>
                <a:spcPct val="105000"/>
              </a:lnSpc>
              <a:spcAft>
                <a:spcPts val="0"/>
              </a:spcAft>
            </a:pPr>
            <a:r>
              <a:rPr sz="1150" b="1" i="0">
                <a:solidFill>
                  <a:srgbClr val="1C2632"/>
                </a:solidFill>
                <a:latin typeface="Segoe UI Semibold"/>
              </a:rPr>
              <a:t>Usage Intensity</a:t>
            </a:r>
            <a:r>
              <a:rPr sz="1100" b="0" i="0">
                <a:solidFill>
                  <a:srgbClr val="1C2632"/>
                </a:solidFill>
                <a:latin typeface="Segoe UI"/>
              </a:rPr>
              <a:t>  — filters to a cohort, from Light (bottom 50%) to Frontier (top 1%).</a:t>
            </a:r>
          </a:p>
          <a:p>
            <a:endParaRPr lang="en-US" sz="1100" b="1">
              <a:solidFill>
                <a:srgbClr val="1C2632"/>
              </a:solidFill>
              <a:ea typeface="+mn-lt"/>
              <a:cs typeface="+mn-lt"/>
            </a:endParaRPr>
          </a:p>
          <a:p>
            <a:pPr>
              <a:buFont typeface="Arial"/>
            </a:pPr>
            <a:r>
              <a:rPr lang="en-US" sz="1150" b="1">
                <a:solidFill>
                  <a:srgbClr val="1C2632"/>
                </a:solidFill>
                <a:latin typeface="Segoe UI Semibold"/>
              </a:rPr>
              <a:t>Credit Chargeback </a:t>
            </a:r>
            <a:r>
              <a:rPr lang="en-US" sz="1100">
                <a:solidFill>
                  <a:srgbClr val="1C2632"/>
                </a:solidFill>
                <a:latin typeface="Segoe UI"/>
              </a:rPr>
              <a:t>— Shows per-user over-limit credits priced at the configured Rate per Credit.</a:t>
            </a:r>
          </a:p>
          <a:p>
            <a:endParaRPr lang="en-US" sz="1150" b="1">
              <a:solidFill>
                <a:srgbClr val="1C2632"/>
              </a:solidFill>
              <a:latin typeface="Segoe UI Semibold"/>
            </a:endParaRPr>
          </a:p>
          <a:p>
            <a:pPr>
              <a:buFont typeface="Arial"/>
            </a:pPr>
            <a:r>
              <a:rPr lang="en-US" sz="1150" b="1">
                <a:solidFill>
                  <a:srgbClr val="1C2632"/>
                </a:solidFill>
                <a:latin typeface="Segoe UI Semibold"/>
              </a:rPr>
              <a:t>Consumption </a:t>
            </a:r>
            <a:r>
              <a:rPr lang="en-US" sz="1100">
                <a:solidFill>
                  <a:srgbClr val="1C2632"/>
                </a:solidFill>
                <a:latin typeface="Segoe UI"/>
              </a:rPr>
              <a:t>— Compares usage with allowance; it does not determine billing.</a:t>
            </a:r>
          </a:p>
          <a:p>
            <a:endParaRPr lang="en-US" sz="1150" b="1">
              <a:solidFill>
                <a:srgbClr val="1C2632"/>
              </a:solidFill>
              <a:latin typeface="Segoe UI Semibold"/>
            </a:endParaRPr>
          </a:p>
          <a:p>
            <a:pPr>
              <a:buFont typeface="Arial"/>
            </a:pPr>
            <a:r>
              <a:rPr lang="en-US" sz="1150" b="1">
                <a:solidFill>
                  <a:srgbClr val="1C2632"/>
                </a:solidFill>
                <a:latin typeface="Segoe UI Semibold"/>
              </a:rPr>
              <a:t>Financial Inputs </a:t>
            </a:r>
            <a:r>
              <a:rPr lang="en-US" sz="1100">
                <a:solidFill>
                  <a:srgbClr val="1C2632"/>
                </a:solidFill>
                <a:latin typeface="Segoe UI"/>
              </a:rPr>
              <a:t>— Confirm the source period, rates, prepaid pool, and Allocation Model before use.</a:t>
            </a:r>
          </a:p>
          <a:p>
            <a:pPr>
              <a:buFont typeface="Arial"/>
            </a:pPr>
            <a:endParaRPr lang="en-US" sz="1150" b="1">
              <a:solidFill>
                <a:srgbClr val="1C2632"/>
              </a:solidFill>
              <a:latin typeface="Segoe UI Semibold"/>
              <a:cs typeface="Segoe UI Semibold"/>
            </a:endParaRPr>
          </a:p>
          <a:p>
            <a:pPr>
              <a:lnSpc>
                <a:spcPct val="105000"/>
              </a:lnSpc>
            </a:pPr>
            <a:endParaRPr lang="en-US" sz="1100">
              <a:solidFill>
                <a:srgbClr val="1C2632"/>
              </a:solidFill>
              <a:latin typeface="Segoe UI"/>
              <a:cs typeface="Segoe UI"/>
            </a:endParaRPr>
          </a:p>
        </p:txBody>
      </p:sp>
      <p:sp>
        <p:nvSpPr>
          <p:cNvPr id="35" name="Theme Top Rule">
            <a:extLst>
              <a:ext uri="{FF2B5EF4-FFF2-40B4-BE49-F238E27FC236}">
                <a16:creationId xmlns:a16="http://schemas.microsoft.com/office/drawing/2014/main" id="{A0BB2560-86CF-7DFB-CD5C-4CB00C03F389}"/>
              </a:ext>
            </a:extLst>
          </p:cNvPr>
          <p:cNvSpPr/>
          <p:nvPr/>
        </p:nvSpPr>
        <p:spPr>
          <a:xfrm>
            <a:off x="0" y="0"/>
            <a:ext cx="12192000" cy="38100"/>
          </a:xfrm>
          <a:prstGeom prst="rect">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heme Eyebrow">
            <a:extLst>
              <a:ext uri="{FF2B5EF4-FFF2-40B4-BE49-F238E27FC236}">
                <a16:creationId xmlns:a16="http://schemas.microsoft.com/office/drawing/2014/main" id="{0513E78F-563C-3990-B1BF-1884D6BC6EAD}"/>
              </a:ext>
            </a:extLst>
          </p:cNvPr>
          <p:cNvSpPr txBox="1"/>
          <p:nvPr/>
        </p:nvSpPr>
        <p:spPr>
          <a:xfrm>
            <a:off x="566420" y="152400"/>
            <a:ext cx="11057890" cy="153888"/>
          </a:xfrm>
          <a:prstGeom prst="rect">
            <a:avLst/>
          </a:prstGeom>
          <a:noFill/>
        </p:spPr>
        <p:txBody>
          <a:bodyPr vert="horz" lIns="0" tIns="0" rIns="0" bIns="0" rtlCol="0">
            <a:spAutoFit/>
          </a:bodyPr>
          <a:lstStyle/>
          <a:p>
            <a:r>
              <a:rPr lang="en-US" sz="1000" b="1">
                <a:solidFill>
                  <a:srgbClr val="10B8B1"/>
                </a:solidFill>
                <a:latin typeface="Aptos" panose="020B0004020202020204" pitchFamily="34" charset="0"/>
              </a:rPr>
              <a:t>REPORT ORIENTATION</a:t>
            </a:r>
          </a:p>
        </p:txBody>
      </p:sp>
      <p:sp>
        <p:nvSpPr>
          <p:cNvPr id="37" name="Theme Footer">
            <a:extLst>
              <a:ext uri="{FF2B5EF4-FFF2-40B4-BE49-F238E27FC236}">
                <a16:creationId xmlns:a16="http://schemas.microsoft.com/office/drawing/2014/main" id="{18D7FBCA-08C0-A035-4998-DC0DF07D2C5A}"/>
              </a:ext>
            </a:extLst>
          </p:cNvPr>
          <p:cNvSpPr txBox="1"/>
          <p:nvPr/>
        </p:nvSpPr>
        <p:spPr>
          <a:xfrm>
            <a:off x="566420" y="6705600"/>
            <a:ext cx="11059160" cy="107722"/>
          </a:xfrm>
          <a:prstGeom prst="rect">
            <a:avLst/>
          </a:prstGeom>
          <a:noFill/>
        </p:spPr>
        <p:txBody>
          <a:bodyPr vert="horz" lIns="0" tIns="0" rIns="0" bIns="0" rtlCol="0">
            <a:spAutoFit/>
          </a:bodyPr>
          <a:lstStyle/>
          <a:p>
            <a:pPr algn="r"/>
            <a:r>
              <a:rPr lang="en-US" sz="700" b="1">
                <a:solidFill>
                  <a:srgbClr val="627083"/>
                </a:solidFill>
                <a:latin typeface="Aptos" panose="020B0004020202020204" pitchFamily="34" charset="0"/>
              </a:rPr>
              <a:t>COWORK CREDIT CHARGEBACK</a:t>
            </a:r>
          </a:p>
        </p:txBody>
      </p:sp>
    </p:spTree>
    <p:extLst>
      <p:ext uri="{BB962C8B-B14F-4D97-AF65-F5344CB8AC3E}">
        <p14:creationId xmlns:p14="http://schemas.microsoft.com/office/powerpoint/2010/main" val="3006815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55600"/>
            <a:ext cx="502920" cy="502920"/>
          </a:xfrm>
          <a:prstGeom prst="ellipse">
            <a:avLst/>
          </a:prstGeom>
          <a:solidFill>
            <a:srgbClr val="10B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53202"/>
            <a:ext cx="502920" cy="313932"/>
          </a:xfrm>
          <a:prstGeom prst="rect">
            <a:avLst/>
          </a:prstGeom>
          <a:noFill/>
        </p:spPr>
        <p:txBody>
          <a:bodyPr wrap="square" lIns="45720" tIns="18288" rIns="45720" bIns="18288" anchor="ctr">
            <a:spAutoFit/>
          </a:bodyPr>
          <a:lstStyle/>
          <a:p>
            <a:pPr algn="ctr"/>
            <a:r>
              <a:rPr lang="en-US" b="1">
                <a:solidFill>
                  <a:srgbClr val="FFFFFF"/>
                </a:solidFill>
                <a:latin typeface="Aptos" panose="020B0004020202020204" pitchFamily="34" charset="0"/>
              </a:rPr>
              <a:t>1</a:t>
            </a:r>
            <a:endParaRPr lang="en-US"/>
          </a:p>
        </p:txBody>
      </p:sp>
      <p:sp>
        <p:nvSpPr>
          <p:cNvPr id="6" name="TextBox 5"/>
          <p:cNvSpPr txBox="1"/>
          <p:nvPr/>
        </p:nvSpPr>
        <p:spPr>
          <a:xfrm>
            <a:off x="1143000" y="414155"/>
            <a:ext cx="9601200" cy="406265"/>
          </a:xfrm>
          <a:prstGeom prst="rect">
            <a:avLst/>
          </a:prstGeom>
          <a:noFill/>
        </p:spPr>
        <p:txBody>
          <a:bodyPr wrap="square" lIns="45720" tIns="18288" rIns="45720" bIns="18288" anchor="b">
            <a:spAutoFit/>
          </a:bodyPr>
          <a:lstStyle/>
          <a:p>
            <a:pPr algn="l"/>
            <a:r>
              <a:rPr sz="2400" b="1" i="0">
                <a:solidFill>
                  <a:srgbClr val="10243E"/>
                </a:solidFill>
                <a:latin typeface="Aptos" panose="020B0004020202020204" pitchFamily="34" charset="0"/>
              </a:rPr>
              <a:t>Consumption</a:t>
            </a:r>
          </a:p>
        </p:txBody>
      </p:sp>
      <p:sp>
        <p:nvSpPr>
          <p:cNvPr id="7" name="TextBox 6"/>
          <p:cNvSpPr txBox="1"/>
          <p:nvPr/>
        </p:nvSpPr>
        <p:spPr>
          <a:xfrm>
            <a:off x="1143000" y="788677"/>
            <a:ext cx="10515600" cy="244682"/>
          </a:xfrm>
          <a:prstGeom prst="rect">
            <a:avLst/>
          </a:prstGeom>
          <a:noFill/>
        </p:spPr>
        <p:txBody>
          <a:bodyPr wrap="square" lIns="45720" tIns="18288" rIns="45720" bIns="18288" anchor="t">
            <a:spAutoFit/>
          </a:bodyPr>
          <a:lstStyle/>
          <a:p>
            <a:pPr algn="l"/>
            <a:r>
              <a:rPr sz="1300" i="1">
                <a:solidFill>
                  <a:srgbClr val="627083"/>
                </a:solidFill>
                <a:latin typeface="Aptos" panose="020B0004020202020204" pitchFamily="34" charset="0"/>
              </a:rPr>
              <a:t>Who's consuming credits — and how much?</a:t>
            </a:r>
          </a:p>
        </p:txBody>
      </p:sp>
      <p:sp>
        <p:nvSpPr>
          <p:cNvPr id="8" name="Report Visual Frame"/>
          <p:cNvSpPr/>
          <p:nvPr/>
        </p:nvSpPr>
        <p:spPr>
          <a:xfrm>
            <a:off x="411480" y="1511300"/>
            <a:ext cx="8255000" cy="4787900"/>
          </a:xfrm>
          <a:prstGeom prst="rect">
            <a:avLst/>
          </a:prstGeom>
          <a:solidFill>
            <a:srgbClr val="FFFFFF"/>
          </a:solidFill>
          <a:ln w="19050">
            <a:solidFill>
              <a:srgbClr val="3A4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page_01.png"/>
          <p:cNvPicPr>
            <a:picLocks noChangeAspect="1"/>
          </p:cNvPicPr>
          <p:nvPr/>
        </p:nvPicPr>
        <p:blipFill>
          <a:blip r:embed="rId3"/>
          <a:stretch>
            <a:fillRect/>
          </a:stretch>
        </p:blipFill>
        <p:spPr>
          <a:xfrm>
            <a:off x="504163" y="1574800"/>
            <a:ext cx="8059475" cy="4660900"/>
          </a:xfrm>
          <a:prstGeom prst="rect">
            <a:avLst/>
          </a:prstGeom>
        </p:spPr>
      </p:pic>
      <p:sp>
        <p:nvSpPr>
          <p:cNvPr id="13" name="Report Page Label"/>
          <p:cNvSpPr txBox="1"/>
          <p:nvPr/>
        </p:nvSpPr>
        <p:spPr>
          <a:xfrm>
            <a:off x="457200" y="1219199"/>
            <a:ext cx="8153400" cy="160941"/>
          </a:xfrm>
          <a:prstGeom prst="rect">
            <a:avLst/>
          </a:prstGeom>
          <a:noFill/>
        </p:spPr>
        <p:txBody>
          <a:bodyPr wrap="square" lIns="0" tIns="0" rIns="0" bIns="0" anchor="t">
            <a:noAutofit/>
          </a:bodyPr>
          <a:lstStyle/>
          <a:p>
            <a:pPr>
              <a:lnSpc>
                <a:spcPct val="102000"/>
              </a:lnSpc>
              <a:spcAft>
                <a:spcPts val="600"/>
              </a:spcAft>
            </a:pPr>
            <a:r>
              <a:rPr lang="en-US" sz="1050" b="1">
                <a:solidFill>
                  <a:srgbClr val="3A4855"/>
                </a:solidFill>
                <a:latin typeface="Aptos" panose="020B0004020202020204" pitchFamily="34" charset="0"/>
              </a:rPr>
              <a:t>CREDIT CONSUMPTION</a:t>
            </a:r>
            <a:endParaRPr sz="1050" b="1" i="0">
              <a:solidFill>
                <a:srgbClr val="3A4855"/>
              </a:solidFill>
              <a:latin typeface="Aptos" panose="020B0004020202020204" pitchFamily="34" charset="0"/>
            </a:endParaRPr>
          </a:p>
        </p:txBody>
      </p:sp>
      <p:sp>
        <p:nvSpPr>
          <p:cNvPr id="16" name="Theme Top Rule">
            <a:extLst>
              <a:ext uri="{FF2B5EF4-FFF2-40B4-BE49-F238E27FC236}">
                <a16:creationId xmlns:a16="http://schemas.microsoft.com/office/drawing/2014/main" id="{842EB4ED-BBCB-8A56-171A-FDB0F3240C58}"/>
              </a:ext>
            </a:extLst>
          </p:cNvPr>
          <p:cNvSpPr/>
          <p:nvPr/>
        </p:nvSpPr>
        <p:spPr>
          <a:xfrm>
            <a:off x="0" y="0"/>
            <a:ext cx="12192000" cy="38100"/>
          </a:xfrm>
          <a:prstGeom prst="rect">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heme Footer">
            <a:extLst>
              <a:ext uri="{FF2B5EF4-FFF2-40B4-BE49-F238E27FC236}">
                <a16:creationId xmlns:a16="http://schemas.microsoft.com/office/drawing/2014/main" id="{2A7BB8B4-6579-1001-2317-3566BD785250}"/>
              </a:ext>
            </a:extLst>
          </p:cNvPr>
          <p:cNvSpPr txBox="1"/>
          <p:nvPr/>
        </p:nvSpPr>
        <p:spPr>
          <a:xfrm>
            <a:off x="566420" y="6705600"/>
            <a:ext cx="11059160" cy="107722"/>
          </a:xfrm>
          <a:prstGeom prst="rect">
            <a:avLst/>
          </a:prstGeom>
          <a:noFill/>
        </p:spPr>
        <p:txBody>
          <a:bodyPr vert="horz" lIns="0" tIns="0" rIns="0" bIns="0" rtlCol="0">
            <a:spAutoFit/>
          </a:bodyPr>
          <a:lstStyle/>
          <a:p>
            <a:pPr algn="r"/>
            <a:r>
              <a:rPr lang="en-US" sz="700" b="1">
                <a:solidFill>
                  <a:srgbClr val="627083"/>
                </a:solidFill>
                <a:latin typeface="Aptos" panose="020B0004020202020204" pitchFamily="34" charset="0"/>
              </a:rPr>
              <a:t>COWORK CREDIT CHARGEBACK</a:t>
            </a:r>
          </a:p>
        </p:txBody>
      </p:sp>
      <p:sp>
        <p:nvSpPr>
          <p:cNvPr id="11" name="Guidance Panel">
            <a:extLst>
              <a:ext uri="{FF2B5EF4-FFF2-40B4-BE49-F238E27FC236}">
                <a16:creationId xmlns:a16="http://schemas.microsoft.com/office/drawing/2014/main" id="{FF4D1C41-A9AC-3B8C-8D72-50046661C454}"/>
              </a:ext>
            </a:extLst>
          </p:cNvPr>
          <p:cNvSpPr/>
          <p:nvPr/>
        </p:nvSpPr>
        <p:spPr>
          <a:xfrm>
            <a:off x="8839200" y="1219200"/>
            <a:ext cx="2946400" cy="3349244"/>
          </a:xfrm>
          <a:prstGeom prst="roundRect">
            <a:avLst>
              <a:gd name="adj" fmla="val 3000"/>
            </a:avLst>
          </a:prstGeom>
          <a:solidFill>
            <a:srgbClr val="F8FBFB"/>
          </a:solidFill>
          <a:ln w="22225">
            <a:solidFill>
              <a:srgbClr val="10B8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Guidance Eyebrow">
            <a:extLst>
              <a:ext uri="{FF2B5EF4-FFF2-40B4-BE49-F238E27FC236}">
                <a16:creationId xmlns:a16="http://schemas.microsoft.com/office/drawing/2014/main" id="{5ECD553E-EB37-917F-D8AE-379F1BFA6AA0}"/>
              </a:ext>
            </a:extLst>
          </p:cNvPr>
          <p:cNvSpPr txBox="1"/>
          <p:nvPr/>
        </p:nvSpPr>
        <p:spPr>
          <a:xfrm>
            <a:off x="9067800" y="1371600"/>
            <a:ext cx="2489200" cy="228600"/>
          </a:xfrm>
          <a:prstGeom prst="rect">
            <a:avLst/>
          </a:prstGeom>
          <a:noFill/>
        </p:spPr>
        <p:txBody>
          <a:bodyPr vert="horz" wrap="square" lIns="0" tIns="0" rIns="0" bIns="0" rtlCol="0" anchor="t">
            <a:noAutofit/>
          </a:bodyPr>
          <a:lstStyle/>
          <a:p>
            <a:r>
              <a:rPr lang="en-US" sz="1120" b="1">
                <a:solidFill>
                  <a:srgbClr val="0F2844"/>
                </a:solidFill>
                <a:latin typeface="Aptos" panose="020B0004020202020204" pitchFamily="34" charset="0"/>
              </a:rPr>
              <a:t>HOW TO READ THIS PAGE</a:t>
            </a:r>
          </a:p>
        </p:txBody>
      </p:sp>
      <p:cxnSp>
        <p:nvCxnSpPr>
          <p:cNvPr id="14" name="Guidance Header Rule">
            <a:extLst>
              <a:ext uri="{FF2B5EF4-FFF2-40B4-BE49-F238E27FC236}">
                <a16:creationId xmlns:a16="http://schemas.microsoft.com/office/drawing/2014/main" id="{73389FC8-7071-1EB1-8B5E-951C64213743}"/>
              </a:ext>
            </a:extLst>
          </p:cNvPr>
          <p:cNvCxnSpPr/>
          <p:nvPr/>
        </p:nvCxnSpPr>
        <p:spPr>
          <a:xfrm>
            <a:off x="9067800" y="1701800"/>
            <a:ext cx="2489200" cy="0"/>
          </a:xfrm>
          <a:prstGeom prst="line">
            <a:avLst/>
          </a:prstGeom>
          <a:ln w="9525">
            <a:solidFill>
              <a:srgbClr val="C7DDDC"/>
            </a:solidFill>
          </a:ln>
        </p:spPr>
        <p:style>
          <a:lnRef idx="2">
            <a:schemeClr val="accent1"/>
          </a:lnRef>
          <a:fillRef idx="0">
            <a:schemeClr val="accent1"/>
          </a:fillRef>
          <a:effectRef idx="1">
            <a:schemeClr val="accent1"/>
          </a:effectRef>
          <a:fontRef idx="minor">
            <a:schemeClr val="tx1"/>
          </a:fontRef>
        </p:style>
      </p:cxnSp>
      <p:sp>
        <p:nvSpPr>
          <p:cNvPr id="30" name="Guidance Step Number 1">
            <a:extLst>
              <a:ext uri="{FF2B5EF4-FFF2-40B4-BE49-F238E27FC236}">
                <a16:creationId xmlns:a16="http://schemas.microsoft.com/office/drawing/2014/main" id="{AFEE7633-24F4-EEA6-3E00-46F391978CA7}"/>
              </a:ext>
            </a:extLst>
          </p:cNvPr>
          <p:cNvSpPr/>
          <p:nvPr/>
        </p:nvSpPr>
        <p:spPr>
          <a:xfrm>
            <a:off x="9067800" y="1828800"/>
            <a:ext cx="228600" cy="2286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1</a:t>
            </a:r>
          </a:p>
        </p:txBody>
      </p:sp>
      <p:sp>
        <p:nvSpPr>
          <p:cNvPr id="31" name="Guidance Step Label 1">
            <a:extLst>
              <a:ext uri="{FF2B5EF4-FFF2-40B4-BE49-F238E27FC236}">
                <a16:creationId xmlns:a16="http://schemas.microsoft.com/office/drawing/2014/main" id="{77C485DC-641A-545B-B6E9-C99C159444FE}"/>
              </a:ext>
            </a:extLst>
          </p:cNvPr>
          <p:cNvSpPr txBox="1"/>
          <p:nvPr/>
        </p:nvSpPr>
        <p:spPr>
          <a:xfrm>
            <a:off x="9398000" y="1841500"/>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SET THE VIEW</a:t>
            </a:r>
          </a:p>
        </p:txBody>
      </p:sp>
      <p:sp>
        <p:nvSpPr>
          <p:cNvPr id="32" name="Guidance Step Body 1">
            <a:extLst>
              <a:ext uri="{FF2B5EF4-FFF2-40B4-BE49-F238E27FC236}">
                <a16:creationId xmlns:a16="http://schemas.microsoft.com/office/drawing/2014/main" id="{CF629D64-BEDC-043C-5645-ECCDB08A1D33}"/>
              </a:ext>
            </a:extLst>
          </p:cNvPr>
          <p:cNvSpPr txBox="1"/>
          <p:nvPr/>
        </p:nvSpPr>
        <p:spPr>
          <a:xfrm>
            <a:off x="9067800" y="2120900"/>
            <a:ext cx="2489200" cy="673100"/>
          </a:xfrm>
          <a:prstGeom prst="rect">
            <a:avLst/>
          </a:prstGeom>
          <a:noFill/>
        </p:spPr>
        <p:txBody>
          <a:bodyPr vert="horz" wrap="square" lIns="0" tIns="0" rIns="0" bIns="0" rtlCol="0" anchor="t">
            <a:noAutofit/>
          </a:bodyPr>
          <a:lstStyle/>
          <a:p>
            <a:r>
              <a:rPr lang="en-US" sz="1000">
                <a:solidFill>
                  <a:srgbClr val="1C2B34"/>
                </a:solidFill>
                <a:latin typeface="Aptos"/>
              </a:rPr>
              <a:t>Choose the period, rate, Slice By, and Usage Intensity.</a:t>
            </a:r>
          </a:p>
        </p:txBody>
      </p:sp>
      <p:sp>
        <p:nvSpPr>
          <p:cNvPr id="33" name="Guidance Step Number 2">
            <a:extLst>
              <a:ext uri="{FF2B5EF4-FFF2-40B4-BE49-F238E27FC236}">
                <a16:creationId xmlns:a16="http://schemas.microsoft.com/office/drawing/2014/main" id="{0240CFA0-5CCB-791B-A50D-D62EFC6DE77A}"/>
              </a:ext>
            </a:extLst>
          </p:cNvPr>
          <p:cNvSpPr/>
          <p:nvPr/>
        </p:nvSpPr>
        <p:spPr>
          <a:xfrm>
            <a:off x="9067800" y="2847975"/>
            <a:ext cx="228600" cy="2286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2</a:t>
            </a:r>
          </a:p>
        </p:txBody>
      </p:sp>
      <p:sp>
        <p:nvSpPr>
          <p:cNvPr id="34" name="Guidance Step Label 2">
            <a:extLst>
              <a:ext uri="{FF2B5EF4-FFF2-40B4-BE49-F238E27FC236}">
                <a16:creationId xmlns:a16="http://schemas.microsoft.com/office/drawing/2014/main" id="{8609FF80-DCEB-DF19-353C-2A3D52ACFFB4}"/>
              </a:ext>
            </a:extLst>
          </p:cNvPr>
          <p:cNvSpPr txBox="1"/>
          <p:nvPr/>
        </p:nvSpPr>
        <p:spPr>
          <a:xfrm>
            <a:off x="9398000" y="2860675"/>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CHECK ALLOWANCE</a:t>
            </a:r>
          </a:p>
        </p:txBody>
      </p:sp>
      <p:sp>
        <p:nvSpPr>
          <p:cNvPr id="35" name="Guidance Step Body 2">
            <a:extLst>
              <a:ext uri="{FF2B5EF4-FFF2-40B4-BE49-F238E27FC236}">
                <a16:creationId xmlns:a16="http://schemas.microsoft.com/office/drawing/2014/main" id="{3EE976BD-C59D-7EDF-849C-562CDDD33702}"/>
              </a:ext>
            </a:extLst>
          </p:cNvPr>
          <p:cNvSpPr txBox="1"/>
          <p:nvPr/>
        </p:nvSpPr>
        <p:spPr>
          <a:xfrm>
            <a:off x="9067800" y="3140075"/>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Read credits used, total allowance, and utilization.</a:t>
            </a:r>
          </a:p>
        </p:txBody>
      </p:sp>
      <p:sp>
        <p:nvSpPr>
          <p:cNvPr id="42" name="Guidance Marker Halo 1">
            <a:extLst>
              <a:ext uri="{FF2B5EF4-FFF2-40B4-BE49-F238E27FC236}">
                <a16:creationId xmlns:a16="http://schemas.microsoft.com/office/drawing/2014/main" id="{9C43CAB3-BD64-E779-F314-4E30DBC596DD}"/>
              </a:ext>
            </a:extLst>
          </p:cNvPr>
          <p:cNvSpPr/>
          <p:nvPr/>
        </p:nvSpPr>
        <p:spPr>
          <a:xfrm>
            <a:off x="7804579" y="2392680"/>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Guidance Leader 1">
            <a:extLst>
              <a:ext uri="{FF2B5EF4-FFF2-40B4-BE49-F238E27FC236}">
                <a16:creationId xmlns:a16="http://schemas.microsoft.com/office/drawing/2014/main" id="{E095A4C3-1674-18BA-8F3F-6338A05E0A8D}"/>
              </a:ext>
            </a:extLst>
          </p:cNvPr>
          <p:cNvCxnSpPr/>
          <p:nvPr/>
        </p:nvCxnSpPr>
        <p:spPr>
          <a:xfrm flipH="1">
            <a:off x="7614079" y="2506980"/>
            <a:ext cx="304800" cy="0"/>
          </a:xfrm>
          <a:prstGeom prst="line">
            <a:avLst/>
          </a:prstGeom>
          <a:ln w="19050">
            <a:solidFill>
              <a:srgbClr val="10B8B1"/>
            </a:solidFill>
            <a:tailEnd type="triangle"/>
          </a:ln>
        </p:spPr>
        <p:style>
          <a:lnRef idx="2">
            <a:schemeClr val="accent1"/>
          </a:lnRef>
          <a:fillRef idx="0">
            <a:schemeClr val="accent1"/>
          </a:fillRef>
          <a:effectRef idx="1">
            <a:schemeClr val="accent1"/>
          </a:effectRef>
          <a:fontRef idx="minor">
            <a:schemeClr val="tx1"/>
          </a:fontRef>
        </p:style>
      </p:cxnSp>
      <p:sp>
        <p:nvSpPr>
          <p:cNvPr id="44" name="Guidance Marker 1">
            <a:extLst>
              <a:ext uri="{FF2B5EF4-FFF2-40B4-BE49-F238E27FC236}">
                <a16:creationId xmlns:a16="http://schemas.microsoft.com/office/drawing/2014/main" id="{43E20074-96D7-5DC3-3100-38F2C8E13C1D}"/>
              </a:ext>
            </a:extLst>
          </p:cNvPr>
          <p:cNvSpPr/>
          <p:nvPr/>
        </p:nvSpPr>
        <p:spPr>
          <a:xfrm>
            <a:off x="7836329" y="2424430"/>
            <a:ext cx="165100" cy="1651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50" b="1">
                <a:solidFill>
                  <a:srgbClr val="FFFFFF"/>
                </a:solidFill>
                <a:latin typeface="Aptos" panose="020B0004020202020204" pitchFamily="34" charset="0"/>
              </a:rPr>
              <a:t>1</a:t>
            </a:r>
          </a:p>
        </p:txBody>
      </p:sp>
      <p:sp>
        <p:nvSpPr>
          <p:cNvPr id="45" name="Guidance Marker Halo 2">
            <a:extLst>
              <a:ext uri="{FF2B5EF4-FFF2-40B4-BE49-F238E27FC236}">
                <a16:creationId xmlns:a16="http://schemas.microsoft.com/office/drawing/2014/main" id="{7DFEB2F8-E5EB-16DE-83E3-ADE0E52CB9D8}"/>
              </a:ext>
            </a:extLst>
          </p:cNvPr>
          <p:cNvSpPr/>
          <p:nvPr/>
        </p:nvSpPr>
        <p:spPr>
          <a:xfrm>
            <a:off x="3855437" y="2299462"/>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Guidance Leader 2">
            <a:extLst>
              <a:ext uri="{FF2B5EF4-FFF2-40B4-BE49-F238E27FC236}">
                <a16:creationId xmlns:a16="http://schemas.microsoft.com/office/drawing/2014/main" id="{EF5ABA66-21E3-C723-D8C1-4C79E63A38A5}"/>
              </a:ext>
            </a:extLst>
          </p:cNvPr>
          <p:cNvCxnSpPr/>
          <p:nvPr/>
        </p:nvCxnSpPr>
        <p:spPr>
          <a:xfrm>
            <a:off x="3969737" y="2413762"/>
            <a:ext cx="0" cy="254000"/>
          </a:xfrm>
          <a:prstGeom prst="line">
            <a:avLst/>
          </a:prstGeom>
          <a:ln w="19050">
            <a:solidFill>
              <a:srgbClr val="10B8B1"/>
            </a:solidFill>
            <a:tailEnd type="triangle"/>
          </a:ln>
        </p:spPr>
        <p:style>
          <a:lnRef idx="2">
            <a:schemeClr val="accent1"/>
          </a:lnRef>
          <a:fillRef idx="0">
            <a:schemeClr val="accent1"/>
          </a:fillRef>
          <a:effectRef idx="1">
            <a:schemeClr val="accent1"/>
          </a:effectRef>
          <a:fontRef idx="minor">
            <a:schemeClr val="tx1"/>
          </a:fontRef>
        </p:style>
      </p:cxnSp>
      <p:sp>
        <p:nvSpPr>
          <p:cNvPr id="47" name="Guidance Marker 2">
            <a:extLst>
              <a:ext uri="{FF2B5EF4-FFF2-40B4-BE49-F238E27FC236}">
                <a16:creationId xmlns:a16="http://schemas.microsoft.com/office/drawing/2014/main" id="{06F163B0-5CDF-D669-7AC6-791B2C2C3F40}"/>
              </a:ext>
            </a:extLst>
          </p:cNvPr>
          <p:cNvSpPr/>
          <p:nvPr/>
        </p:nvSpPr>
        <p:spPr>
          <a:xfrm>
            <a:off x="3887187" y="2331212"/>
            <a:ext cx="165100" cy="1651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50" b="1">
                <a:solidFill>
                  <a:srgbClr val="FFFFFF"/>
                </a:solidFill>
                <a:latin typeface="Aptos" panose="020B0004020202020204" pitchFamily="34" charset="0"/>
              </a:rPr>
              <a:t>2</a:t>
            </a:r>
          </a:p>
        </p:txBody>
      </p:sp>
      <p:sp>
        <p:nvSpPr>
          <p:cNvPr id="48" name="Guidance Marker Halo 3">
            <a:extLst>
              <a:ext uri="{FF2B5EF4-FFF2-40B4-BE49-F238E27FC236}">
                <a16:creationId xmlns:a16="http://schemas.microsoft.com/office/drawing/2014/main" id="{EE2378E3-96C6-5393-FA2E-43B12C68F8A3}"/>
              </a:ext>
            </a:extLst>
          </p:cNvPr>
          <p:cNvSpPr/>
          <p:nvPr/>
        </p:nvSpPr>
        <p:spPr>
          <a:xfrm>
            <a:off x="1840568" y="2066417"/>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Guidance Leader 3">
            <a:extLst>
              <a:ext uri="{FF2B5EF4-FFF2-40B4-BE49-F238E27FC236}">
                <a16:creationId xmlns:a16="http://schemas.microsoft.com/office/drawing/2014/main" id="{079E2E29-2871-C293-CA23-DB90C11C1BC9}"/>
              </a:ext>
            </a:extLst>
          </p:cNvPr>
          <p:cNvCxnSpPr/>
          <p:nvPr/>
        </p:nvCxnSpPr>
        <p:spPr>
          <a:xfrm>
            <a:off x="1954868" y="2180717"/>
            <a:ext cx="0" cy="228600"/>
          </a:xfrm>
          <a:prstGeom prst="line">
            <a:avLst/>
          </a:prstGeom>
          <a:ln w="19050">
            <a:solidFill>
              <a:srgbClr val="10B8B1"/>
            </a:solidFill>
            <a:tailEnd type="triangle"/>
          </a:ln>
        </p:spPr>
        <p:style>
          <a:lnRef idx="2">
            <a:schemeClr val="accent1"/>
          </a:lnRef>
          <a:fillRef idx="0">
            <a:schemeClr val="accent1"/>
          </a:fillRef>
          <a:effectRef idx="1">
            <a:schemeClr val="accent1"/>
          </a:effectRef>
          <a:fontRef idx="minor">
            <a:schemeClr val="tx1"/>
          </a:fontRef>
        </p:style>
      </p:cxnSp>
      <p:sp>
        <p:nvSpPr>
          <p:cNvPr id="50" name="Guidance Marker 3">
            <a:extLst>
              <a:ext uri="{FF2B5EF4-FFF2-40B4-BE49-F238E27FC236}">
                <a16:creationId xmlns:a16="http://schemas.microsoft.com/office/drawing/2014/main" id="{6C725FD2-5E7F-C59B-8C1F-CDBF7B0E75F2}"/>
              </a:ext>
            </a:extLst>
          </p:cNvPr>
          <p:cNvSpPr/>
          <p:nvPr/>
        </p:nvSpPr>
        <p:spPr>
          <a:xfrm>
            <a:off x="1872318" y="2098167"/>
            <a:ext cx="165100" cy="1651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50" b="1">
                <a:solidFill>
                  <a:srgbClr val="FFFFFF"/>
                </a:solidFill>
                <a:latin typeface="Aptos" panose="020B0004020202020204" pitchFamily="34" charset="0"/>
              </a:rPr>
              <a:t>3</a:t>
            </a:r>
          </a:p>
        </p:txBody>
      </p:sp>
      <p:grpSp>
        <p:nvGrpSpPr>
          <p:cNvPr id="10" name="Group 14">
            <a:extLst>
              <a:ext uri="{FF2B5EF4-FFF2-40B4-BE49-F238E27FC236}">
                <a16:creationId xmlns:a16="http://schemas.microsoft.com/office/drawing/2014/main" id="{FB0A22A6-5E7D-AEFA-1FCA-BAB96D820862}"/>
              </a:ext>
            </a:extLst>
          </p:cNvPr>
          <p:cNvGrpSpPr/>
          <p:nvPr/>
        </p:nvGrpSpPr>
        <p:grpSpPr>
          <a:xfrm>
            <a:off x="9077960" y="3792219"/>
            <a:ext cx="2489200" cy="965200"/>
            <a:chOff x="9067800" y="4555712"/>
            <a:chExt cx="2489200" cy="965199"/>
          </a:xfrm>
        </p:grpSpPr>
        <p:sp>
          <p:nvSpPr>
            <p:cNvPr id="15" name="Guidance Step Number 3">
              <a:extLst>
                <a:ext uri="{FF2B5EF4-FFF2-40B4-BE49-F238E27FC236}">
                  <a16:creationId xmlns:a16="http://schemas.microsoft.com/office/drawing/2014/main" id="{06D95C7C-706A-9A5E-8B80-0DD2901FC790}"/>
                </a:ext>
              </a:extLst>
            </p:cNvPr>
            <p:cNvSpPr/>
            <p:nvPr/>
          </p:nvSpPr>
          <p:spPr>
            <a:xfrm>
              <a:off x="9067800" y="4555712"/>
              <a:ext cx="228600" cy="2286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3</a:t>
              </a:r>
            </a:p>
          </p:txBody>
        </p:sp>
        <p:sp>
          <p:nvSpPr>
            <p:cNvPr id="17" name="Guidance Step Label 3">
              <a:extLst>
                <a:ext uri="{FF2B5EF4-FFF2-40B4-BE49-F238E27FC236}">
                  <a16:creationId xmlns:a16="http://schemas.microsoft.com/office/drawing/2014/main" id="{3F5D247F-35A8-8FEF-14BE-01CC5000ACD8}"/>
                </a:ext>
              </a:extLst>
            </p:cNvPr>
            <p:cNvSpPr txBox="1"/>
            <p:nvPr/>
          </p:nvSpPr>
          <p:spPr>
            <a:xfrm>
              <a:off x="9398000" y="4589352"/>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SPOT DEPARTMENTS</a:t>
              </a:r>
            </a:p>
          </p:txBody>
        </p:sp>
        <p:sp>
          <p:nvSpPr>
            <p:cNvPr id="19" name="Guidance Step Body 3">
              <a:extLst>
                <a:ext uri="{FF2B5EF4-FFF2-40B4-BE49-F238E27FC236}">
                  <a16:creationId xmlns:a16="http://schemas.microsoft.com/office/drawing/2014/main" id="{91AE7BA4-2F04-ECE7-F387-0033B5CB5541}"/>
                </a:ext>
              </a:extLst>
            </p:cNvPr>
            <p:cNvSpPr txBox="1"/>
            <p:nvPr/>
          </p:nvSpPr>
          <p:spPr>
            <a:xfrm>
              <a:off x="9067800" y="4847811"/>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Compare usage with allowance to find groups above, near, or below it.</a:t>
              </a:r>
            </a:p>
          </p:txBody>
        </p:sp>
      </p:grpSp>
      <p:grpSp>
        <p:nvGrpSpPr>
          <p:cNvPr id="20" name="Group 13">
            <a:extLst>
              <a:ext uri="{FF2B5EF4-FFF2-40B4-BE49-F238E27FC236}">
                <a16:creationId xmlns:a16="http://schemas.microsoft.com/office/drawing/2014/main" id="{5CB6FEDA-EF41-F4C5-0B64-EA5DA8886C21}"/>
              </a:ext>
            </a:extLst>
          </p:cNvPr>
          <p:cNvGrpSpPr/>
          <p:nvPr/>
        </p:nvGrpSpPr>
        <p:grpSpPr>
          <a:xfrm>
            <a:off x="8839200" y="4709668"/>
            <a:ext cx="2946400" cy="1612011"/>
            <a:chOff x="8839200" y="4709668"/>
            <a:chExt cx="2946400" cy="1612019"/>
          </a:xfrm>
        </p:grpSpPr>
        <p:sp>
          <p:nvSpPr>
            <p:cNvPr id="21" name="Guidance Panel">
              <a:extLst>
                <a:ext uri="{FF2B5EF4-FFF2-40B4-BE49-F238E27FC236}">
                  <a16:creationId xmlns:a16="http://schemas.microsoft.com/office/drawing/2014/main" id="{9618EA8D-96BE-4A5B-97C6-BD057F510E23}"/>
                </a:ext>
              </a:extLst>
            </p:cNvPr>
            <p:cNvSpPr/>
            <p:nvPr/>
          </p:nvSpPr>
          <p:spPr>
            <a:xfrm>
              <a:off x="8839200" y="4709668"/>
              <a:ext cx="2946400" cy="1612019"/>
            </a:xfrm>
            <a:prstGeom prst="roundRect">
              <a:avLst>
                <a:gd name="adj" fmla="val 3000"/>
              </a:avLst>
            </a:prstGeom>
            <a:solidFill>
              <a:srgbClr val="F8FBFB"/>
            </a:solidFill>
            <a:ln w="22225">
              <a:solidFill>
                <a:srgbClr val="10B8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Guidance Eyebrow">
              <a:extLst>
                <a:ext uri="{FF2B5EF4-FFF2-40B4-BE49-F238E27FC236}">
                  <a16:creationId xmlns:a16="http://schemas.microsoft.com/office/drawing/2014/main" id="{76184258-1934-4B66-95CF-DD87016867C1}"/>
                </a:ext>
              </a:extLst>
            </p:cNvPr>
            <p:cNvSpPr txBox="1"/>
            <p:nvPr/>
          </p:nvSpPr>
          <p:spPr>
            <a:xfrm>
              <a:off x="9018939" y="4911312"/>
              <a:ext cx="2489200" cy="228600"/>
            </a:xfrm>
            <a:prstGeom prst="rect">
              <a:avLst/>
            </a:prstGeom>
            <a:noFill/>
          </p:spPr>
          <p:txBody>
            <a:bodyPr vert="horz" wrap="square" lIns="0" tIns="0" rIns="0" bIns="0" rtlCol="0" anchor="t">
              <a:noAutofit/>
            </a:bodyPr>
            <a:lstStyle/>
            <a:p>
              <a:r>
                <a:rPr lang="en-US" sz="1120" b="1">
                  <a:solidFill>
                    <a:srgbClr val="0F2844"/>
                  </a:solidFill>
                  <a:latin typeface="Aptos" panose="020B0004020202020204" pitchFamily="34" charset="0"/>
                </a:rPr>
                <a:t>HOW TO TAKE ACTION</a:t>
              </a:r>
            </a:p>
          </p:txBody>
        </p:sp>
        <p:cxnSp>
          <p:nvCxnSpPr>
            <p:cNvPr id="23" name="Guidance Header Rule">
              <a:extLst>
                <a:ext uri="{FF2B5EF4-FFF2-40B4-BE49-F238E27FC236}">
                  <a16:creationId xmlns:a16="http://schemas.microsoft.com/office/drawing/2014/main" id="{A4107519-C9D5-28C0-8552-4AB41CE436C8}"/>
                </a:ext>
              </a:extLst>
            </p:cNvPr>
            <p:cNvCxnSpPr/>
            <p:nvPr/>
          </p:nvCxnSpPr>
          <p:spPr>
            <a:xfrm>
              <a:off x="9018939" y="5241512"/>
              <a:ext cx="2489200" cy="0"/>
            </a:xfrm>
            <a:prstGeom prst="line">
              <a:avLst/>
            </a:prstGeom>
            <a:ln w="9525">
              <a:solidFill>
                <a:srgbClr val="C7DDDC"/>
              </a:solidFill>
            </a:ln>
          </p:spPr>
          <p:style>
            <a:lnRef idx="2">
              <a:schemeClr val="accent1"/>
            </a:lnRef>
            <a:fillRef idx="0">
              <a:schemeClr val="accent1"/>
            </a:fillRef>
            <a:effectRef idx="1">
              <a:schemeClr val="accent1"/>
            </a:effectRef>
            <a:fontRef idx="minor">
              <a:schemeClr val="tx1"/>
            </a:fontRef>
          </p:style>
        </p:cxnSp>
      </p:grpSp>
      <p:sp>
        <p:nvSpPr>
          <p:cNvPr id="41" name="Guidance Step Body 4">
            <a:extLst>
              <a:ext uri="{FF2B5EF4-FFF2-40B4-BE49-F238E27FC236}">
                <a16:creationId xmlns:a16="http://schemas.microsoft.com/office/drawing/2014/main" id="{6E5CB05D-A7EE-8DB2-61DA-06E4C5D2F71F}"/>
              </a:ext>
            </a:extLst>
          </p:cNvPr>
          <p:cNvSpPr txBox="1"/>
          <p:nvPr/>
        </p:nvSpPr>
        <p:spPr>
          <a:xfrm>
            <a:off x="9077960" y="5346684"/>
            <a:ext cx="2489200" cy="673100"/>
          </a:xfrm>
          <a:prstGeom prst="rect">
            <a:avLst/>
          </a:prstGeom>
          <a:noFill/>
        </p:spPr>
        <p:txBody>
          <a:bodyPr vert="horz" wrap="square" lIns="0" tIns="0" rIns="0" bIns="0" rtlCol="0" anchor="t">
            <a:noAutofit/>
          </a:bodyPr>
          <a:lstStyle/>
          <a:p>
            <a:r>
              <a:rPr lang="en-US" sz="1000" dirty="0">
                <a:solidFill>
                  <a:srgbClr val="1C2B34"/>
                </a:solidFill>
                <a:latin typeface="Aptos" panose="020B0004020202020204" pitchFamily="34" charset="0"/>
              </a:rPr>
              <a:t>Identify departments that are consistently exceeding their allowance, then drill into the individual users driving consumption. Use these insights to determine whether allowances should be increased, rebalanced, or maintained.</a:t>
            </a:r>
          </a:p>
        </p:txBody>
      </p:sp>
    </p:spTree>
    <p:extLst>
      <p:ext uri="{BB962C8B-B14F-4D97-AF65-F5344CB8AC3E}">
        <p14:creationId xmlns:p14="http://schemas.microsoft.com/office/powerpoint/2010/main" val="1063283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7C67A-517C-8E07-2355-7050C52CCE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3B9B692-7DB5-EBA9-30ED-1934EC85CCD2}"/>
              </a:ext>
            </a:extLst>
          </p:cNvPr>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CC462D39-DFDA-811D-5910-30FDB2A1BCC9}"/>
              </a:ext>
            </a:extLst>
          </p:cNvPr>
          <p:cNvSpPr/>
          <p:nvPr/>
        </p:nvSpPr>
        <p:spPr>
          <a:xfrm>
            <a:off x="0" y="0"/>
            <a:ext cx="12191695" cy="10515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A4FA9FA4-B2CB-2674-D0C2-6E9FC87FF3E0}"/>
              </a:ext>
            </a:extLst>
          </p:cNvPr>
          <p:cNvSpPr/>
          <p:nvPr/>
        </p:nvSpPr>
        <p:spPr>
          <a:xfrm>
            <a:off x="457200" y="355600"/>
            <a:ext cx="502920" cy="50292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ED247E4-7E10-8EF9-7488-EA680E7E7055}"/>
              </a:ext>
            </a:extLst>
          </p:cNvPr>
          <p:cNvSpPr txBox="1"/>
          <p:nvPr/>
        </p:nvSpPr>
        <p:spPr>
          <a:xfrm>
            <a:off x="457200" y="453202"/>
            <a:ext cx="502920" cy="313932"/>
          </a:xfrm>
          <a:prstGeom prst="rect">
            <a:avLst/>
          </a:prstGeom>
          <a:noFill/>
        </p:spPr>
        <p:txBody>
          <a:bodyPr wrap="square" lIns="45720" tIns="18288" rIns="45720" bIns="18288" anchor="ctr">
            <a:spAutoFit/>
          </a:bodyPr>
          <a:lstStyle/>
          <a:p>
            <a:pPr algn="ctr"/>
            <a:r>
              <a:rPr lang="en-US" b="1">
                <a:solidFill>
                  <a:srgbClr val="FFFFFF"/>
                </a:solidFill>
                <a:latin typeface="Aptos" panose="020B0004020202020204" pitchFamily="34" charset="0"/>
              </a:rPr>
              <a:t>2</a:t>
            </a:r>
            <a:endParaRPr lang="en-US" b="1" i="0">
              <a:solidFill>
                <a:srgbClr val="FFFFFF"/>
              </a:solidFill>
              <a:latin typeface="Aptos" panose="020B0004020202020204" pitchFamily="34" charset="0"/>
            </a:endParaRPr>
          </a:p>
        </p:txBody>
      </p:sp>
      <p:sp>
        <p:nvSpPr>
          <p:cNvPr id="6" name="TextBox 5">
            <a:extLst>
              <a:ext uri="{FF2B5EF4-FFF2-40B4-BE49-F238E27FC236}">
                <a16:creationId xmlns:a16="http://schemas.microsoft.com/office/drawing/2014/main" id="{FCDDA3A0-BA68-8BF3-A803-2535E10FEA51}"/>
              </a:ext>
            </a:extLst>
          </p:cNvPr>
          <p:cNvSpPr txBox="1"/>
          <p:nvPr/>
        </p:nvSpPr>
        <p:spPr>
          <a:xfrm>
            <a:off x="1143000" y="414155"/>
            <a:ext cx="9601200" cy="406265"/>
          </a:xfrm>
          <a:prstGeom prst="rect">
            <a:avLst/>
          </a:prstGeom>
          <a:noFill/>
        </p:spPr>
        <p:txBody>
          <a:bodyPr wrap="square" lIns="45720" tIns="18288" rIns="45720" bIns="18288" anchor="b">
            <a:spAutoFit/>
          </a:bodyPr>
          <a:lstStyle/>
          <a:p>
            <a:r>
              <a:rPr lang="en-US" sz="2400" b="1">
                <a:solidFill>
                  <a:srgbClr val="10243E"/>
                </a:solidFill>
                <a:latin typeface="Aptos"/>
              </a:rPr>
              <a:t>PAYGO Modeling</a:t>
            </a:r>
            <a:endParaRPr lang="en-US" sz="2400" b="1" i="0">
              <a:solidFill>
                <a:srgbClr val="10243E"/>
              </a:solidFill>
              <a:latin typeface="Aptos" panose="020B0004020202020204" pitchFamily="34" charset="0"/>
            </a:endParaRPr>
          </a:p>
        </p:txBody>
      </p:sp>
      <p:sp>
        <p:nvSpPr>
          <p:cNvPr id="7" name="TextBox 6">
            <a:extLst>
              <a:ext uri="{FF2B5EF4-FFF2-40B4-BE49-F238E27FC236}">
                <a16:creationId xmlns:a16="http://schemas.microsoft.com/office/drawing/2014/main" id="{0319E50C-C4B7-B730-BEFF-022A66F7E244}"/>
              </a:ext>
            </a:extLst>
          </p:cNvPr>
          <p:cNvSpPr txBox="1"/>
          <p:nvPr/>
        </p:nvSpPr>
        <p:spPr>
          <a:xfrm>
            <a:off x="1143000" y="781899"/>
            <a:ext cx="10515600" cy="244682"/>
          </a:xfrm>
          <a:prstGeom prst="rect">
            <a:avLst/>
          </a:prstGeom>
          <a:noFill/>
        </p:spPr>
        <p:txBody>
          <a:bodyPr wrap="square" lIns="45720" tIns="18288" rIns="45720" bIns="18288" anchor="t">
            <a:spAutoFit/>
          </a:bodyPr>
          <a:lstStyle/>
          <a:p>
            <a:r>
              <a:rPr lang="en-US" sz="1300" i="1">
                <a:solidFill>
                  <a:srgbClr val="627083"/>
                </a:solidFill>
                <a:latin typeface="Aptos"/>
              </a:rPr>
              <a:t>What is the PAYGO cost, ranked by group?</a:t>
            </a:r>
          </a:p>
        </p:txBody>
      </p:sp>
      <p:sp>
        <p:nvSpPr>
          <p:cNvPr id="8" name="Report Visual Frame">
            <a:extLst>
              <a:ext uri="{FF2B5EF4-FFF2-40B4-BE49-F238E27FC236}">
                <a16:creationId xmlns:a16="http://schemas.microsoft.com/office/drawing/2014/main" id="{2296E6EF-1687-4456-15AC-924643E5D731}"/>
              </a:ext>
            </a:extLst>
          </p:cNvPr>
          <p:cNvSpPr/>
          <p:nvPr/>
        </p:nvSpPr>
        <p:spPr>
          <a:xfrm>
            <a:off x="411480" y="1511300"/>
            <a:ext cx="8255000" cy="4787900"/>
          </a:xfrm>
          <a:prstGeom prst="rect">
            <a:avLst/>
          </a:prstGeom>
          <a:solidFill>
            <a:srgbClr val="FFFFFF"/>
          </a:solidFill>
          <a:ln w="19050">
            <a:solidFill>
              <a:srgbClr val="3A4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port Page Label">
            <a:extLst>
              <a:ext uri="{FF2B5EF4-FFF2-40B4-BE49-F238E27FC236}">
                <a16:creationId xmlns:a16="http://schemas.microsoft.com/office/drawing/2014/main" id="{BCDE9578-08BE-C5E6-A782-34DF9FD50093}"/>
              </a:ext>
            </a:extLst>
          </p:cNvPr>
          <p:cNvSpPr txBox="1"/>
          <p:nvPr/>
        </p:nvSpPr>
        <p:spPr>
          <a:xfrm>
            <a:off x="457200" y="1219199"/>
            <a:ext cx="8153400" cy="160941"/>
          </a:xfrm>
          <a:prstGeom prst="rect">
            <a:avLst/>
          </a:prstGeom>
          <a:noFill/>
        </p:spPr>
        <p:txBody>
          <a:bodyPr wrap="square" lIns="0" tIns="0" rIns="0" bIns="0" anchor="t">
            <a:noAutofit/>
          </a:bodyPr>
          <a:lstStyle/>
          <a:p>
            <a:pPr>
              <a:lnSpc>
                <a:spcPct val="102000"/>
              </a:lnSpc>
              <a:spcAft>
                <a:spcPts val="600"/>
              </a:spcAft>
            </a:pPr>
            <a:r>
              <a:rPr lang="en-US" sz="1050" b="1">
                <a:solidFill>
                  <a:srgbClr val="3A4855"/>
                </a:solidFill>
                <a:latin typeface="Aptos" panose="020B0004020202020204" pitchFamily="34" charset="0"/>
              </a:rPr>
              <a:t>PAYGO MODELING</a:t>
            </a:r>
            <a:endParaRPr lang="en-US" sz="1050" b="1" i="0">
              <a:solidFill>
                <a:srgbClr val="3A4855"/>
              </a:solidFill>
              <a:latin typeface="Aptos" panose="020B0004020202020204" pitchFamily="34" charset="0"/>
            </a:endParaRPr>
          </a:p>
        </p:txBody>
      </p:sp>
      <p:sp>
        <p:nvSpPr>
          <p:cNvPr id="16" name="Theme Top Rule">
            <a:extLst>
              <a:ext uri="{FF2B5EF4-FFF2-40B4-BE49-F238E27FC236}">
                <a16:creationId xmlns:a16="http://schemas.microsoft.com/office/drawing/2014/main" id="{6A8829E1-AF39-4E10-A38B-2663CE0F0097}"/>
              </a:ext>
            </a:extLst>
          </p:cNvPr>
          <p:cNvSpPr/>
          <p:nvPr/>
        </p:nvSpPr>
        <p:spPr>
          <a:xfrm>
            <a:off x="0" y="0"/>
            <a:ext cx="12192000" cy="38100"/>
          </a:xfrm>
          <a:prstGeom prst="rect">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heme Footer">
            <a:extLst>
              <a:ext uri="{FF2B5EF4-FFF2-40B4-BE49-F238E27FC236}">
                <a16:creationId xmlns:a16="http://schemas.microsoft.com/office/drawing/2014/main" id="{7556B114-7095-CEDF-E00C-4B01CA63F35B}"/>
              </a:ext>
            </a:extLst>
          </p:cNvPr>
          <p:cNvSpPr txBox="1"/>
          <p:nvPr/>
        </p:nvSpPr>
        <p:spPr>
          <a:xfrm>
            <a:off x="566420" y="6705600"/>
            <a:ext cx="11059160" cy="107722"/>
          </a:xfrm>
          <a:prstGeom prst="rect">
            <a:avLst/>
          </a:prstGeom>
          <a:noFill/>
        </p:spPr>
        <p:txBody>
          <a:bodyPr vert="horz" lIns="0" tIns="0" rIns="0" bIns="0" rtlCol="0">
            <a:spAutoFit/>
          </a:bodyPr>
          <a:lstStyle/>
          <a:p>
            <a:pPr algn="r"/>
            <a:r>
              <a:rPr lang="en-US" sz="700" b="1">
                <a:solidFill>
                  <a:srgbClr val="627083"/>
                </a:solidFill>
                <a:latin typeface="Aptos" panose="020B0004020202020204" pitchFamily="34" charset="0"/>
              </a:rPr>
              <a:t>COWORK CREDIT CHARGEBACK</a:t>
            </a:r>
          </a:p>
        </p:txBody>
      </p:sp>
      <p:sp>
        <p:nvSpPr>
          <p:cNvPr id="40" name="Guidance Panel">
            <a:extLst>
              <a:ext uri="{FF2B5EF4-FFF2-40B4-BE49-F238E27FC236}">
                <a16:creationId xmlns:a16="http://schemas.microsoft.com/office/drawing/2014/main" id="{52C86A91-A496-16D0-B7D5-4B9A8F994D9F}"/>
              </a:ext>
            </a:extLst>
          </p:cNvPr>
          <p:cNvSpPr/>
          <p:nvPr/>
        </p:nvSpPr>
        <p:spPr>
          <a:xfrm>
            <a:off x="8839200" y="1219200"/>
            <a:ext cx="2946400" cy="3349244"/>
          </a:xfrm>
          <a:prstGeom prst="roundRect">
            <a:avLst>
              <a:gd name="adj" fmla="val 3000"/>
            </a:avLst>
          </a:prstGeom>
          <a:solidFill>
            <a:srgbClr val="F8FBFB"/>
          </a:solidFill>
          <a:ln w="2222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Guidance Eyebrow">
            <a:extLst>
              <a:ext uri="{FF2B5EF4-FFF2-40B4-BE49-F238E27FC236}">
                <a16:creationId xmlns:a16="http://schemas.microsoft.com/office/drawing/2014/main" id="{9CA504E6-E1E7-E6C6-F790-7212A359A15D}"/>
              </a:ext>
            </a:extLst>
          </p:cNvPr>
          <p:cNvSpPr txBox="1"/>
          <p:nvPr/>
        </p:nvSpPr>
        <p:spPr>
          <a:xfrm>
            <a:off x="9067800" y="1371600"/>
            <a:ext cx="2489200" cy="228600"/>
          </a:xfrm>
          <a:prstGeom prst="rect">
            <a:avLst/>
          </a:prstGeom>
          <a:noFill/>
        </p:spPr>
        <p:txBody>
          <a:bodyPr vert="horz" wrap="square" lIns="0" tIns="0" rIns="0" bIns="0" rtlCol="0" anchor="t">
            <a:noAutofit/>
          </a:bodyPr>
          <a:lstStyle/>
          <a:p>
            <a:r>
              <a:rPr lang="en-US" sz="1120" b="1">
                <a:solidFill>
                  <a:srgbClr val="0F2844"/>
                </a:solidFill>
                <a:latin typeface="Aptos" panose="020B0004020202020204" pitchFamily="34" charset="0"/>
              </a:rPr>
              <a:t>HOW TO READ THIS PAGE</a:t>
            </a:r>
          </a:p>
        </p:txBody>
      </p:sp>
      <p:cxnSp>
        <p:nvCxnSpPr>
          <p:cNvPr id="42" name="Guidance Header Rule">
            <a:extLst>
              <a:ext uri="{FF2B5EF4-FFF2-40B4-BE49-F238E27FC236}">
                <a16:creationId xmlns:a16="http://schemas.microsoft.com/office/drawing/2014/main" id="{A7F0FDA6-7A8F-D271-7E29-4BFE40365C97}"/>
              </a:ext>
            </a:extLst>
          </p:cNvPr>
          <p:cNvCxnSpPr/>
          <p:nvPr/>
        </p:nvCxnSpPr>
        <p:spPr>
          <a:xfrm>
            <a:off x="9067800" y="1701800"/>
            <a:ext cx="2489200" cy="0"/>
          </a:xfrm>
          <a:prstGeom prst="line">
            <a:avLst/>
          </a:prstGeom>
          <a:ln w="9525">
            <a:solidFill>
              <a:srgbClr val="C7DDDC"/>
            </a:solidFill>
          </a:ln>
        </p:spPr>
        <p:style>
          <a:lnRef idx="2">
            <a:schemeClr val="accent1"/>
          </a:lnRef>
          <a:fillRef idx="0">
            <a:schemeClr val="accent1"/>
          </a:fillRef>
          <a:effectRef idx="1">
            <a:schemeClr val="accent1"/>
          </a:effectRef>
          <a:fontRef idx="minor">
            <a:schemeClr val="tx1"/>
          </a:fontRef>
        </p:style>
      </p:cxnSp>
      <p:sp>
        <p:nvSpPr>
          <p:cNvPr id="43" name="Guidance Step Number 1">
            <a:extLst>
              <a:ext uri="{FF2B5EF4-FFF2-40B4-BE49-F238E27FC236}">
                <a16:creationId xmlns:a16="http://schemas.microsoft.com/office/drawing/2014/main" id="{711CA20C-DC7F-8EFB-FD3F-0C55A53AF27C}"/>
              </a:ext>
            </a:extLst>
          </p:cNvPr>
          <p:cNvSpPr/>
          <p:nvPr/>
        </p:nvSpPr>
        <p:spPr>
          <a:xfrm>
            <a:off x="9067800" y="1828800"/>
            <a:ext cx="228600" cy="228600"/>
          </a:xfrm>
          <a:prstGeom prst="ellipse">
            <a:avLst/>
          </a:prstGeom>
          <a:solidFill>
            <a:srgbClr val="FFC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1</a:t>
            </a:r>
          </a:p>
        </p:txBody>
      </p:sp>
      <p:sp>
        <p:nvSpPr>
          <p:cNvPr id="44" name="Guidance Step Label 1">
            <a:extLst>
              <a:ext uri="{FF2B5EF4-FFF2-40B4-BE49-F238E27FC236}">
                <a16:creationId xmlns:a16="http://schemas.microsoft.com/office/drawing/2014/main" id="{E239853F-C1F7-24F5-D07E-9B502FE7D234}"/>
              </a:ext>
            </a:extLst>
          </p:cNvPr>
          <p:cNvSpPr txBox="1"/>
          <p:nvPr/>
        </p:nvSpPr>
        <p:spPr>
          <a:xfrm>
            <a:off x="9398000" y="1841500"/>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SET THE RATE</a:t>
            </a:r>
          </a:p>
        </p:txBody>
      </p:sp>
      <p:sp>
        <p:nvSpPr>
          <p:cNvPr id="45" name="Guidance Step Body 1">
            <a:extLst>
              <a:ext uri="{FF2B5EF4-FFF2-40B4-BE49-F238E27FC236}">
                <a16:creationId xmlns:a16="http://schemas.microsoft.com/office/drawing/2014/main" id="{76315E38-E213-0400-A041-EE083C50498E}"/>
              </a:ext>
            </a:extLst>
          </p:cNvPr>
          <p:cNvSpPr txBox="1"/>
          <p:nvPr/>
        </p:nvSpPr>
        <p:spPr>
          <a:xfrm>
            <a:off x="9067800" y="2120900"/>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Confirm Rate per PAYG Credit, Slice By, and Usage Intensity.</a:t>
            </a:r>
          </a:p>
        </p:txBody>
      </p:sp>
      <p:sp>
        <p:nvSpPr>
          <p:cNvPr id="46" name="Guidance Step Number 2">
            <a:extLst>
              <a:ext uri="{FF2B5EF4-FFF2-40B4-BE49-F238E27FC236}">
                <a16:creationId xmlns:a16="http://schemas.microsoft.com/office/drawing/2014/main" id="{4D70153D-8B78-6E8E-180D-5BB2E61D6B5E}"/>
              </a:ext>
            </a:extLst>
          </p:cNvPr>
          <p:cNvSpPr/>
          <p:nvPr/>
        </p:nvSpPr>
        <p:spPr>
          <a:xfrm>
            <a:off x="9067800" y="2847975"/>
            <a:ext cx="228600" cy="228600"/>
          </a:xfrm>
          <a:prstGeom prst="ellipse">
            <a:avLst/>
          </a:prstGeom>
          <a:solidFill>
            <a:srgbClr val="FFC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2</a:t>
            </a:r>
          </a:p>
        </p:txBody>
      </p:sp>
      <p:sp>
        <p:nvSpPr>
          <p:cNvPr id="47" name="Guidance Step Label 2">
            <a:extLst>
              <a:ext uri="{FF2B5EF4-FFF2-40B4-BE49-F238E27FC236}">
                <a16:creationId xmlns:a16="http://schemas.microsoft.com/office/drawing/2014/main" id="{AB4A96F8-4CAB-069C-E8DA-1F2A4E1BADFD}"/>
              </a:ext>
            </a:extLst>
          </p:cNvPr>
          <p:cNvSpPr txBox="1"/>
          <p:nvPr/>
        </p:nvSpPr>
        <p:spPr>
          <a:xfrm>
            <a:off x="9398000" y="2860675"/>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READ OVERAGE</a:t>
            </a:r>
          </a:p>
        </p:txBody>
      </p:sp>
      <p:sp>
        <p:nvSpPr>
          <p:cNvPr id="48" name="Guidance Step Body 2">
            <a:extLst>
              <a:ext uri="{FF2B5EF4-FFF2-40B4-BE49-F238E27FC236}">
                <a16:creationId xmlns:a16="http://schemas.microsoft.com/office/drawing/2014/main" id="{9691FDA1-D573-1EC3-0FF0-5F18A398FE08}"/>
              </a:ext>
            </a:extLst>
          </p:cNvPr>
          <p:cNvSpPr txBox="1"/>
          <p:nvPr/>
        </p:nvSpPr>
        <p:spPr>
          <a:xfrm>
            <a:off x="9067800" y="3140075"/>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Read credits and users over limit, then overage-only Chargeback.</a:t>
            </a:r>
          </a:p>
        </p:txBody>
      </p:sp>
      <p:sp>
        <p:nvSpPr>
          <p:cNvPr id="58" name="Guidance Marker Halo 2">
            <a:extLst>
              <a:ext uri="{FF2B5EF4-FFF2-40B4-BE49-F238E27FC236}">
                <a16:creationId xmlns:a16="http://schemas.microsoft.com/office/drawing/2014/main" id="{436C9FB3-F2CC-B9DD-561C-D1122002EAA0}"/>
              </a:ext>
            </a:extLst>
          </p:cNvPr>
          <p:cNvSpPr/>
          <p:nvPr/>
        </p:nvSpPr>
        <p:spPr>
          <a:xfrm>
            <a:off x="3774053" y="2295361"/>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Guidance Marker Halo 3">
            <a:extLst>
              <a:ext uri="{FF2B5EF4-FFF2-40B4-BE49-F238E27FC236}">
                <a16:creationId xmlns:a16="http://schemas.microsoft.com/office/drawing/2014/main" id="{213D19CC-074D-F559-E162-16401A451845}"/>
              </a:ext>
            </a:extLst>
          </p:cNvPr>
          <p:cNvSpPr/>
          <p:nvPr/>
        </p:nvSpPr>
        <p:spPr>
          <a:xfrm>
            <a:off x="3615841" y="2796684"/>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Guidance Marker Halo 4">
            <a:extLst>
              <a:ext uri="{FF2B5EF4-FFF2-40B4-BE49-F238E27FC236}">
                <a16:creationId xmlns:a16="http://schemas.microsoft.com/office/drawing/2014/main" id="{7604795C-44A5-A178-9B59-EFF0FF05678D}"/>
              </a:ext>
            </a:extLst>
          </p:cNvPr>
          <p:cNvSpPr/>
          <p:nvPr/>
        </p:nvSpPr>
        <p:spPr>
          <a:xfrm>
            <a:off x="4881535" y="3662607"/>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14">
            <a:extLst>
              <a:ext uri="{FF2B5EF4-FFF2-40B4-BE49-F238E27FC236}">
                <a16:creationId xmlns:a16="http://schemas.microsoft.com/office/drawing/2014/main" id="{15385DB8-6229-B323-34ED-2BF64E727124}"/>
              </a:ext>
            </a:extLst>
          </p:cNvPr>
          <p:cNvGrpSpPr/>
          <p:nvPr/>
        </p:nvGrpSpPr>
        <p:grpSpPr>
          <a:xfrm>
            <a:off x="9077960" y="3792219"/>
            <a:ext cx="2489200" cy="965200"/>
            <a:chOff x="9067800" y="4555712"/>
            <a:chExt cx="2489200" cy="965199"/>
          </a:xfrm>
        </p:grpSpPr>
        <p:sp>
          <p:nvSpPr>
            <p:cNvPr id="10" name="Guidance Step Number 3">
              <a:extLst>
                <a:ext uri="{FF2B5EF4-FFF2-40B4-BE49-F238E27FC236}">
                  <a16:creationId xmlns:a16="http://schemas.microsoft.com/office/drawing/2014/main" id="{D3595B0A-155D-1279-96FA-14D3840C5788}"/>
                </a:ext>
              </a:extLst>
            </p:cNvPr>
            <p:cNvSpPr/>
            <p:nvPr/>
          </p:nvSpPr>
          <p:spPr>
            <a:xfrm>
              <a:off x="9067800" y="4555712"/>
              <a:ext cx="228600" cy="228600"/>
            </a:xfrm>
            <a:prstGeom prst="ellipse">
              <a:avLst/>
            </a:prstGeom>
            <a:solidFill>
              <a:srgbClr val="FFC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3</a:t>
              </a:r>
            </a:p>
          </p:txBody>
        </p:sp>
        <p:sp>
          <p:nvSpPr>
            <p:cNvPr id="11" name="Guidance Step Label 3">
              <a:extLst>
                <a:ext uri="{FF2B5EF4-FFF2-40B4-BE49-F238E27FC236}">
                  <a16:creationId xmlns:a16="http://schemas.microsoft.com/office/drawing/2014/main" id="{6F91A25C-6432-D694-4787-7616CFF2819C}"/>
                </a:ext>
              </a:extLst>
            </p:cNvPr>
            <p:cNvSpPr txBox="1"/>
            <p:nvPr/>
          </p:nvSpPr>
          <p:spPr>
            <a:xfrm>
              <a:off x="9398000" y="4589352"/>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COMPARE GROUPS</a:t>
              </a:r>
            </a:p>
          </p:txBody>
        </p:sp>
        <p:sp>
          <p:nvSpPr>
            <p:cNvPr id="12" name="Guidance Step Body 3">
              <a:extLst>
                <a:ext uri="{FF2B5EF4-FFF2-40B4-BE49-F238E27FC236}">
                  <a16:creationId xmlns:a16="http://schemas.microsoft.com/office/drawing/2014/main" id="{FF4EEE92-3D04-F908-6C82-69DCE7FC492E}"/>
                </a:ext>
              </a:extLst>
            </p:cNvPr>
            <p:cNvSpPr txBox="1"/>
            <p:nvPr/>
          </p:nvSpPr>
          <p:spPr>
            <a:xfrm>
              <a:off x="9067800" y="4847811"/>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Rank cost and use % Users Over Limit to judge breadth.</a:t>
              </a:r>
            </a:p>
          </p:txBody>
        </p:sp>
      </p:grpSp>
      <p:grpSp>
        <p:nvGrpSpPr>
          <p:cNvPr id="14" name="Group 13">
            <a:extLst>
              <a:ext uri="{FF2B5EF4-FFF2-40B4-BE49-F238E27FC236}">
                <a16:creationId xmlns:a16="http://schemas.microsoft.com/office/drawing/2014/main" id="{B2FC7E6E-DDA1-3890-3A74-C8E2A2F13F08}"/>
              </a:ext>
            </a:extLst>
          </p:cNvPr>
          <p:cNvGrpSpPr/>
          <p:nvPr/>
        </p:nvGrpSpPr>
        <p:grpSpPr>
          <a:xfrm>
            <a:off x="8839200" y="4709668"/>
            <a:ext cx="2946400" cy="1612011"/>
            <a:chOff x="8839200" y="4709668"/>
            <a:chExt cx="2946400" cy="1612019"/>
          </a:xfrm>
        </p:grpSpPr>
        <p:sp>
          <p:nvSpPr>
            <p:cNvPr id="17" name="Guidance Panel">
              <a:extLst>
                <a:ext uri="{FF2B5EF4-FFF2-40B4-BE49-F238E27FC236}">
                  <a16:creationId xmlns:a16="http://schemas.microsoft.com/office/drawing/2014/main" id="{6BAFED41-408D-E4F3-0ED7-C85A36FCFDBC}"/>
                </a:ext>
              </a:extLst>
            </p:cNvPr>
            <p:cNvSpPr/>
            <p:nvPr/>
          </p:nvSpPr>
          <p:spPr>
            <a:xfrm>
              <a:off x="8839200" y="4709668"/>
              <a:ext cx="2946400" cy="1612019"/>
            </a:xfrm>
            <a:prstGeom prst="roundRect">
              <a:avLst>
                <a:gd name="adj" fmla="val 3000"/>
              </a:avLst>
            </a:prstGeom>
            <a:solidFill>
              <a:srgbClr val="F8FBFB"/>
            </a:solidFill>
            <a:ln w="2222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Guidance Eyebrow">
              <a:extLst>
                <a:ext uri="{FF2B5EF4-FFF2-40B4-BE49-F238E27FC236}">
                  <a16:creationId xmlns:a16="http://schemas.microsoft.com/office/drawing/2014/main" id="{A73FD80E-2289-CBD4-967C-EF8869E8BECE}"/>
                </a:ext>
              </a:extLst>
            </p:cNvPr>
            <p:cNvSpPr txBox="1"/>
            <p:nvPr/>
          </p:nvSpPr>
          <p:spPr>
            <a:xfrm>
              <a:off x="9018939" y="4911312"/>
              <a:ext cx="2489200" cy="228600"/>
            </a:xfrm>
            <a:prstGeom prst="rect">
              <a:avLst/>
            </a:prstGeom>
            <a:noFill/>
          </p:spPr>
          <p:txBody>
            <a:bodyPr vert="horz" wrap="square" lIns="0" tIns="0" rIns="0" bIns="0" rtlCol="0" anchor="t">
              <a:noAutofit/>
            </a:bodyPr>
            <a:lstStyle/>
            <a:p>
              <a:r>
                <a:rPr lang="en-US" sz="1120" b="1">
                  <a:solidFill>
                    <a:srgbClr val="0F2844"/>
                  </a:solidFill>
                  <a:latin typeface="Aptos" panose="020B0004020202020204" pitchFamily="34" charset="0"/>
                </a:rPr>
                <a:t>HOW TO TAKE ACTION</a:t>
              </a:r>
            </a:p>
          </p:txBody>
        </p:sp>
        <p:cxnSp>
          <p:nvCxnSpPr>
            <p:cNvPr id="20" name="Guidance Header Rule">
              <a:extLst>
                <a:ext uri="{FF2B5EF4-FFF2-40B4-BE49-F238E27FC236}">
                  <a16:creationId xmlns:a16="http://schemas.microsoft.com/office/drawing/2014/main" id="{6EF1C6E8-716B-F82F-A113-AB49B9667F2B}"/>
                </a:ext>
              </a:extLst>
            </p:cNvPr>
            <p:cNvCxnSpPr/>
            <p:nvPr/>
          </p:nvCxnSpPr>
          <p:spPr>
            <a:xfrm>
              <a:off x="9018939" y="5241512"/>
              <a:ext cx="2489200" cy="0"/>
            </a:xfrm>
            <a:prstGeom prst="line">
              <a:avLst/>
            </a:prstGeom>
            <a:ln w="9525">
              <a:solidFill>
                <a:srgbClr val="C7DDDC"/>
              </a:solidFill>
            </a:ln>
          </p:spPr>
          <p:style>
            <a:lnRef idx="2">
              <a:schemeClr val="accent1"/>
            </a:lnRef>
            <a:fillRef idx="0">
              <a:schemeClr val="accent1"/>
            </a:fillRef>
            <a:effectRef idx="1">
              <a:schemeClr val="accent1"/>
            </a:effectRef>
            <a:fontRef idx="minor">
              <a:schemeClr val="tx1"/>
            </a:fontRef>
          </p:style>
        </p:cxnSp>
      </p:grpSp>
      <p:sp>
        <p:nvSpPr>
          <p:cNvPr id="54" name="Guidance Step Body 4">
            <a:extLst>
              <a:ext uri="{FF2B5EF4-FFF2-40B4-BE49-F238E27FC236}">
                <a16:creationId xmlns:a16="http://schemas.microsoft.com/office/drawing/2014/main" id="{3A593B9B-547E-C77F-BF28-C930A7B64762}"/>
              </a:ext>
            </a:extLst>
          </p:cNvPr>
          <p:cNvSpPr txBox="1"/>
          <p:nvPr/>
        </p:nvSpPr>
        <p:spPr>
          <a:xfrm>
            <a:off x="9077960" y="5362829"/>
            <a:ext cx="2489200" cy="673100"/>
          </a:xfrm>
          <a:prstGeom prst="rect">
            <a:avLst/>
          </a:prstGeom>
          <a:noFill/>
        </p:spPr>
        <p:txBody>
          <a:bodyPr vert="horz" wrap="square" lIns="0" tIns="0" rIns="0" bIns="0" rtlCol="0" anchor="t">
            <a:noAutofit/>
          </a:bodyPr>
          <a:lstStyle/>
          <a:p>
            <a:r>
              <a:rPr lang="en-US" sz="1000" dirty="0">
                <a:solidFill>
                  <a:srgbClr val="1C2B34"/>
                </a:solidFill>
                <a:latin typeface="Aptos" panose="020B0004020202020204" pitchFamily="34" charset="0"/>
              </a:rPr>
              <a:t>Understand which teams are generating the highest chargeback exposure. Review the users contributing to overages and use the results to support billing discussions and cost accountability conversations.</a:t>
            </a:r>
          </a:p>
        </p:txBody>
      </p:sp>
      <p:sp>
        <p:nvSpPr>
          <p:cNvPr id="21" name="Rectangle 20">
            <a:extLst>
              <a:ext uri="{FF2B5EF4-FFF2-40B4-BE49-F238E27FC236}">
                <a16:creationId xmlns:a16="http://schemas.microsoft.com/office/drawing/2014/main" id="{4305E4B2-F406-CD53-C051-AF1C92815BBF}"/>
              </a:ext>
            </a:extLst>
          </p:cNvPr>
          <p:cNvSpPr/>
          <p:nvPr/>
        </p:nvSpPr>
        <p:spPr>
          <a:xfrm>
            <a:off x="3815183" y="2726612"/>
            <a:ext cx="414693" cy="1244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B26FB74-1DC8-23CF-2A64-C739CECB83E0}"/>
              </a:ext>
            </a:extLst>
          </p:cNvPr>
          <p:cNvSpPr/>
          <p:nvPr/>
        </p:nvSpPr>
        <p:spPr>
          <a:xfrm>
            <a:off x="4779346" y="3401947"/>
            <a:ext cx="456163" cy="6102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6048456C-A24F-6FFF-2D1A-E0B1FA93E2B6}"/>
              </a:ext>
            </a:extLst>
          </p:cNvPr>
          <p:cNvPicPr>
            <a:picLocks noChangeAspect="1"/>
          </p:cNvPicPr>
          <p:nvPr/>
        </p:nvPicPr>
        <p:blipFill>
          <a:blip r:embed="rId3"/>
          <a:stretch>
            <a:fillRect/>
          </a:stretch>
        </p:blipFill>
        <p:spPr>
          <a:xfrm>
            <a:off x="407448" y="1481137"/>
            <a:ext cx="8281480" cy="4848224"/>
          </a:xfrm>
          <a:prstGeom prst="rect">
            <a:avLst/>
          </a:prstGeom>
        </p:spPr>
      </p:pic>
    </p:spTree>
    <p:extLst>
      <p:ext uri="{BB962C8B-B14F-4D97-AF65-F5344CB8AC3E}">
        <p14:creationId xmlns:p14="http://schemas.microsoft.com/office/powerpoint/2010/main" val="52244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55600"/>
            <a:ext cx="502920" cy="5029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50094"/>
            <a:ext cx="502920" cy="313932"/>
          </a:xfrm>
          <a:prstGeom prst="rect">
            <a:avLst/>
          </a:prstGeom>
          <a:noFill/>
        </p:spPr>
        <p:txBody>
          <a:bodyPr wrap="square" lIns="45720" tIns="18288" rIns="45720" bIns="18288" anchor="ctr">
            <a:spAutoFit/>
          </a:bodyPr>
          <a:lstStyle/>
          <a:p>
            <a:pPr algn="ctr"/>
            <a:r>
              <a:rPr lang="en-US" b="1">
                <a:solidFill>
                  <a:srgbClr val="FFFFFF"/>
                </a:solidFill>
                <a:latin typeface="Aptos" panose="020B0004020202020204" pitchFamily="34" charset="0"/>
              </a:rPr>
              <a:t>3</a:t>
            </a:r>
            <a:endParaRPr lang="en-US" b="1" i="0">
              <a:solidFill>
                <a:srgbClr val="FFFFFF"/>
              </a:solidFill>
              <a:latin typeface="Aptos" panose="020B0004020202020204" pitchFamily="34" charset="0"/>
            </a:endParaRPr>
          </a:p>
        </p:txBody>
      </p:sp>
      <p:sp>
        <p:nvSpPr>
          <p:cNvPr id="6" name="TextBox 5"/>
          <p:cNvSpPr txBox="1"/>
          <p:nvPr/>
        </p:nvSpPr>
        <p:spPr>
          <a:xfrm>
            <a:off x="1143000" y="414155"/>
            <a:ext cx="9601200" cy="406265"/>
          </a:xfrm>
          <a:prstGeom prst="rect">
            <a:avLst/>
          </a:prstGeom>
          <a:noFill/>
        </p:spPr>
        <p:txBody>
          <a:bodyPr wrap="square" lIns="45720" tIns="18288" rIns="45720" bIns="18288" anchor="b">
            <a:spAutoFit/>
          </a:bodyPr>
          <a:lstStyle/>
          <a:p>
            <a:r>
              <a:rPr lang="en-US" sz="2400" b="1">
                <a:solidFill>
                  <a:srgbClr val="10243E"/>
                </a:solidFill>
                <a:latin typeface="Aptos"/>
              </a:rPr>
              <a:t>Prepaid + PAYGO Modeling</a:t>
            </a:r>
          </a:p>
        </p:txBody>
      </p:sp>
      <p:sp>
        <p:nvSpPr>
          <p:cNvPr id="7" name="TextBox 6"/>
          <p:cNvSpPr txBox="1"/>
          <p:nvPr/>
        </p:nvSpPr>
        <p:spPr>
          <a:xfrm>
            <a:off x="1143000" y="781899"/>
            <a:ext cx="10515600" cy="244682"/>
          </a:xfrm>
          <a:prstGeom prst="rect">
            <a:avLst/>
          </a:prstGeom>
          <a:noFill/>
        </p:spPr>
        <p:txBody>
          <a:bodyPr wrap="square" lIns="45720" tIns="18288" rIns="45720" bIns="18288" anchor="t">
            <a:spAutoFit/>
          </a:bodyPr>
          <a:lstStyle/>
          <a:p>
            <a:pPr algn="l"/>
            <a:r>
              <a:rPr sz="1300" i="1">
                <a:solidFill>
                  <a:srgbClr val="627083"/>
                </a:solidFill>
                <a:latin typeface="Aptos" panose="020B0004020202020204" pitchFamily="34" charset="0"/>
              </a:rPr>
              <a:t>How do we split a prepaid pool across teams?</a:t>
            </a:r>
          </a:p>
        </p:txBody>
      </p:sp>
      <p:sp>
        <p:nvSpPr>
          <p:cNvPr id="8" name="Report Visual Frame"/>
          <p:cNvSpPr/>
          <p:nvPr/>
        </p:nvSpPr>
        <p:spPr>
          <a:xfrm>
            <a:off x="411480" y="1511300"/>
            <a:ext cx="8255000" cy="4787900"/>
          </a:xfrm>
          <a:prstGeom prst="rect">
            <a:avLst/>
          </a:prstGeom>
          <a:solidFill>
            <a:srgbClr val="FFFFFF"/>
          </a:solidFill>
          <a:ln w="19050">
            <a:solidFill>
              <a:srgbClr val="3A4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port Page Label"/>
          <p:cNvSpPr txBox="1"/>
          <p:nvPr/>
        </p:nvSpPr>
        <p:spPr>
          <a:xfrm>
            <a:off x="457200" y="1219199"/>
            <a:ext cx="8153400" cy="160941"/>
          </a:xfrm>
          <a:prstGeom prst="rect">
            <a:avLst/>
          </a:prstGeom>
          <a:noFill/>
        </p:spPr>
        <p:txBody>
          <a:bodyPr wrap="square" lIns="0" tIns="0" rIns="0" bIns="0" anchor="t">
            <a:noAutofit/>
          </a:bodyPr>
          <a:lstStyle/>
          <a:p>
            <a:pPr>
              <a:lnSpc>
                <a:spcPct val="102000"/>
              </a:lnSpc>
              <a:spcAft>
                <a:spcPts val="600"/>
              </a:spcAft>
            </a:pPr>
            <a:r>
              <a:rPr lang="en-US" sz="1050" b="1" i="0">
                <a:solidFill>
                  <a:srgbClr val="3A4855"/>
                </a:solidFill>
                <a:latin typeface="Aptos" panose="020B0004020202020204" pitchFamily="34" charset="0"/>
              </a:rPr>
              <a:t>PREPAID + PAYGO MODELING</a:t>
            </a:r>
            <a:endParaRPr sz="1050" b="1" i="0">
              <a:solidFill>
                <a:srgbClr val="3A4855"/>
              </a:solidFill>
              <a:latin typeface="Aptos" panose="020B0004020202020204" pitchFamily="34" charset="0"/>
            </a:endParaRPr>
          </a:p>
        </p:txBody>
      </p:sp>
      <p:pic>
        <p:nvPicPr>
          <p:cNvPr id="17" name="Picture 16" descr="The image illustrates a dashboard displaying various departments' usage of prepaid credits, including consumption, cost, and capacity, along with the covered and overage amounts, and the total charges per department.&#10;&#10;AI-generated content may be incorrect.">
            <a:extLst>
              <a:ext uri="{FF2B5EF4-FFF2-40B4-BE49-F238E27FC236}">
                <a16:creationId xmlns:a16="http://schemas.microsoft.com/office/drawing/2014/main" id="{E3FE5696-3140-764E-A8C1-3BFDA600CC22}"/>
              </a:ext>
            </a:extLst>
          </p:cNvPr>
          <p:cNvPicPr>
            <a:picLocks noChangeAspect="1"/>
          </p:cNvPicPr>
          <p:nvPr/>
        </p:nvPicPr>
        <p:blipFill>
          <a:blip r:embed="rId3"/>
          <a:stretch>
            <a:fillRect/>
          </a:stretch>
        </p:blipFill>
        <p:spPr>
          <a:xfrm>
            <a:off x="457200" y="1604853"/>
            <a:ext cx="8153400" cy="4600794"/>
          </a:xfrm>
          <a:prstGeom prst="rect">
            <a:avLst/>
          </a:prstGeom>
        </p:spPr>
      </p:pic>
      <p:sp>
        <p:nvSpPr>
          <p:cNvPr id="9" name="Theme Top Rule">
            <a:extLst>
              <a:ext uri="{FF2B5EF4-FFF2-40B4-BE49-F238E27FC236}">
                <a16:creationId xmlns:a16="http://schemas.microsoft.com/office/drawing/2014/main" id="{81D837C3-CA46-3D8D-13AD-DA8D9A0DCC50}"/>
              </a:ext>
            </a:extLst>
          </p:cNvPr>
          <p:cNvSpPr/>
          <p:nvPr/>
        </p:nvSpPr>
        <p:spPr>
          <a:xfrm>
            <a:off x="0" y="0"/>
            <a:ext cx="12192000" cy="38100"/>
          </a:xfrm>
          <a:prstGeom prst="rect">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heme Footer">
            <a:extLst>
              <a:ext uri="{FF2B5EF4-FFF2-40B4-BE49-F238E27FC236}">
                <a16:creationId xmlns:a16="http://schemas.microsoft.com/office/drawing/2014/main" id="{11F25452-9F5C-EAB8-BFFA-CF8BDFC1EE0B}"/>
              </a:ext>
            </a:extLst>
          </p:cNvPr>
          <p:cNvSpPr txBox="1"/>
          <p:nvPr/>
        </p:nvSpPr>
        <p:spPr>
          <a:xfrm>
            <a:off x="566420" y="6705600"/>
            <a:ext cx="11059160" cy="107722"/>
          </a:xfrm>
          <a:prstGeom prst="rect">
            <a:avLst/>
          </a:prstGeom>
          <a:noFill/>
        </p:spPr>
        <p:txBody>
          <a:bodyPr vert="horz" lIns="0" tIns="0" rIns="0" bIns="0" rtlCol="0">
            <a:spAutoFit/>
          </a:bodyPr>
          <a:lstStyle/>
          <a:p>
            <a:pPr algn="r"/>
            <a:r>
              <a:rPr lang="en-US" sz="700" b="1">
                <a:solidFill>
                  <a:srgbClr val="627083"/>
                </a:solidFill>
                <a:latin typeface="Aptos" panose="020B0004020202020204" pitchFamily="34" charset="0"/>
              </a:rPr>
              <a:t>COWORK CREDIT CHARGEBACK</a:t>
            </a:r>
          </a:p>
        </p:txBody>
      </p:sp>
      <p:sp>
        <p:nvSpPr>
          <p:cNvPr id="40" name="Guidance Panel">
            <a:extLst>
              <a:ext uri="{FF2B5EF4-FFF2-40B4-BE49-F238E27FC236}">
                <a16:creationId xmlns:a16="http://schemas.microsoft.com/office/drawing/2014/main" id="{993C71CD-807B-7BF0-8F5D-255990F056D5}"/>
              </a:ext>
            </a:extLst>
          </p:cNvPr>
          <p:cNvSpPr/>
          <p:nvPr/>
        </p:nvSpPr>
        <p:spPr>
          <a:xfrm>
            <a:off x="8839200" y="1219200"/>
            <a:ext cx="2946400" cy="3349244"/>
          </a:xfrm>
          <a:prstGeom prst="roundRect">
            <a:avLst>
              <a:gd name="adj" fmla="val 3000"/>
            </a:avLst>
          </a:prstGeom>
          <a:solidFill>
            <a:srgbClr val="F8FBFB"/>
          </a:solidFill>
          <a:ln w="22225">
            <a:solidFill>
              <a:srgbClr val="E971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Guidance Eyebrow">
            <a:extLst>
              <a:ext uri="{FF2B5EF4-FFF2-40B4-BE49-F238E27FC236}">
                <a16:creationId xmlns:a16="http://schemas.microsoft.com/office/drawing/2014/main" id="{889E2A14-B6AE-9AAD-7695-2CDCD47725A8}"/>
              </a:ext>
            </a:extLst>
          </p:cNvPr>
          <p:cNvSpPr txBox="1"/>
          <p:nvPr/>
        </p:nvSpPr>
        <p:spPr>
          <a:xfrm>
            <a:off x="9067800" y="1371600"/>
            <a:ext cx="2489200" cy="228600"/>
          </a:xfrm>
          <a:prstGeom prst="rect">
            <a:avLst/>
          </a:prstGeom>
          <a:noFill/>
        </p:spPr>
        <p:txBody>
          <a:bodyPr vert="horz" wrap="square" lIns="0" tIns="0" rIns="0" bIns="0" rtlCol="0" anchor="t">
            <a:noAutofit/>
          </a:bodyPr>
          <a:lstStyle/>
          <a:p>
            <a:r>
              <a:rPr lang="en-US" sz="1120" b="1">
                <a:solidFill>
                  <a:srgbClr val="0F2844"/>
                </a:solidFill>
                <a:latin typeface="Aptos" panose="020B0004020202020204" pitchFamily="34" charset="0"/>
              </a:rPr>
              <a:t>HOW TO READ THIS PAGE</a:t>
            </a:r>
          </a:p>
        </p:txBody>
      </p:sp>
      <p:cxnSp>
        <p:nvCxnSpPr>
          <p:cNvPr id="42" name="Guidance Header Rule">
            <a:extLst>
              <a:ext uri="{FF2B5EF4-FFF2-40B4-BE49-F238E27FC236}">
                <a16:creationId xmlns:a16="http://schemas.microsoft.com/office/drawing/2014/main" id="{8CF6A633-3077-26D9-2AEE-74CDD932C41A}"/>
              </a:ext>
            </a:extLst>
          </p:cNvPr>
          <p:cNvCxnSpPr/>
          <p:nvPr/>
        </p:nvCxnSpPr>
        <p:spPr>
          <a:xfrm>
            <a:off x="9067800" y="1701800"/>
            <a:ext cx="2489200" cy="0"/>
          </a:xfrm>
          <a:prstGeom prst="line">
            <a:avLst/>
          </a:prstGeom>
          <a:ln w="9525">
            <a:solidFill>
              <a:srgbClr val="C7DDDC"/>
            </a:solidFill>
          </a:ln>
        </p:spPr>
        <p:style>
          <a:lnRef idx="2">
            <a:schemeClr val="accent1"/>
          </a:lnRef>
          <a:fillRef idx="0">
            <a:schemeClr val="accent1"/>
          </a:fillRef>
          <a:effectRef idx="1">
            <a:schemeClr val="accent1"/>
          </a:effectRef>
          <a:fontRef idx="minor">
            <a:schemeClr val="tx1"/>
          </a:fontRef>
        </p:style>
      </p:cxnSp>
      <p:sp>
        <p:nvSpPr>
          <p:cNvPr id="43" name="Guidance Step Number 1">
            <a:extLst>
              <a:ext uri="{FF2B5EF4-FFF2-40B4-BE49-F238E27FC236}">
                <a16:creationId xmlns:a16="http://schemas.microsoft.com/office/drawing/2014/main" id="{E58A4C45-EB36-EFEF-44D6-2F748093929C}"/>
              </a:ext>
            </a:extLst>
          </p:cNvPr>
          <p:cNvSpPr/>
          <p:nvPr/>
        </p:nvSpPr>
        <p:spPr>
          <a:xfrm>
            <a:off x="9067800" y="1828800"/>
            <a:ext cx="228600" cy="228600"/>
          </a:xfrm>
          <a:prstGeom prst="ellipse">
            <a:avLst/>
          </a:prstGeom>
          <a:solidFill>
            <a:srgbClr val="E971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1</a:t>
            </a:r>
          </a:p>
        </p:txBody>
      </p:sp>
      <p:sp>
        <p:nvSpPr>
          <p:cNvPr id="44" name="Guidance Step Label 1">
            <a:extLst>
              <a:ext uri="{FF2B5EF4-FFF2-40B4-BE49-F238E27FC236}">
                <a16:creationId xmlns:a16="http://schemas.microsoft.com/office/drawing/2014/main" id="{A3E5CF07-9C68-B1FD-2F29-5E8909EDE653}"/>
              </a:ext>
            </a:extLst>
          </p:cNvPr>
          <p:cNvSpPr txBox="1"/>
          <p:nvPr/>
        </p:nvSpPr>
        <p:spPr>
          <a:xfrm>
            <a:off x="9398000" y="1841500"/>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CHOOSE ALLOCATION</a:t>
            </a:r>
          </a:p>
        </p:txBody>
      </p:sp>
      <p:sp>
        <p:nvSpPr>
          <p:cNvPr id="45" name="Guidance Step Body 1">
            <a:extLst>
              <a:ext uri="{FF2B5EF4-FFF2-40B4-BE49-F238E27FC236}">
                <a16:creationId xmlns:a16="http://schemas.microsoft.com/office/drawing/2014/main" id="{C286BE49-DD51-E2DE-D935-33048E8567F8}"/>
              </a:ext>
            </a:extLst>
          </p:cNvPr>
          <p:cNvSpPr txBox="1"/>
          <p:nvPr/>
        </p:nvSpPr>
        <p:spPr>
          <a:xfrm>
            <a:off x="9067800" y="2120900"/>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Set rates and prepaid pool, then choose an allocation model.</a:t>
            </a:r>
          </a:p>
        </p:txBody>
      </p:sp>
      <p:sp>
        <p:nvSpPr>
          <p:cNvPr id="46" name="Guidance Step Number 2">
            <a:extLst>
              <a:ext uri="{FF2B5EF4-FFF2-40B4-BE49-F238E27FC236}">
                <a16:creationId xmlns:a16="http://schemas.microsoft.com/office/drawing/2014/main" id="{A4BD680D-3933-DB26-C269-317E23CC606E}"/>
              </a:ext>
            </a:extLst>
          </p:cNvPr>
          <p:cNvSpPr/>
          <p:nvPr/>
        </p:nvSpPr>
        <p:spPr>
          <a:xfrm>
            <a:off x="9067800" y="2847975"/>
            <a:ext cx="228600" cy="228600"/>
          </a:xfrm>
          <a:prstGeom prst="ellipse">
            <a:avLst/>
          </a:prstGeom>
          <a:solidFill>
            <a:srgbClr val="E971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2</a:t>
            </a:r>
          </a:p>
        </p:txBody>
      </p:sp>
      <p:sp>
        <p:nvSpPr>
          <p:cNvPr id="47" name="Guidance Step Label 2">
            <a:extLst>
              <a:ext uri="{FF2B5EF4-FFF2-40B4-BE49-F238E27FC236}">
                <a16:creationId xmlns:a16="http://schemas.microsoft.com/office/drawing/2014/main" id="{8C520FF5-3C0A-E99A-4FC0-65DB63282D5A}"/>
              </a:ext>
            </a:extLst>
          </p:cNvPr>
          <p:cNvSpPr txBox="1"/>
          <p:nvPr/>
        </p:nvSpPr>
        <p:spPr>
          <a:xfrm>
            <a:off x="9398000" y="2860675"/>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CHECK COVERAGE</a:t>
            </a:r>
          </a:p>
        </p:txBody>
      </p:sp>
      <p:sp>
        <p:nvSpPr>
          <p:cNvPr id="48" name="Guidance Step Body 2">
            <a:extLst>
              <a:ext uri="{FF2B5EF4-FFF2-40B4-BE49-F238E27FC236}">
                <a16:creationId xmlns:a16="http://schemas.microsoft.com/office/drawing/2014/main" id="{116C83DC-5F58-4F87-E302-7E7DD95056E3}"/>
              </a:ext>
            </a:extLst>
          </p:cNvPr>
          <p:cNvSpPr txBox="1"/>
          <p:nvPr/>
        </p:nvSpPr>
        <p:spPr>
          <a:xfrm>
            <a:off x="9067800" y="3140075"/>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Read total usage, pool coverage, and credits not covered.</a:t>
            </a:r>
          </a:p>
        </p:txBody>
      </p:sp>
      <p:sp>
        <p:nvSpPr>
          <p:cNvPr id="55" name="Guidance Marker Halo 1">
            <a:extLst>
              <a:ext uri="{FF2B5EF4-FFF2-40B4-BE49-F238E27FC236}">
                <a16:creationId xmlns:a16="http://schemas.microsoft.com/office/drawing/2014/main" id="{64083720-B5DD-9825-D145-24EB83C10E1E}"/>
              </a:ext>
            </a:extLst>
          </p:cNvPr>
          <p:cNvSpPr/>
          <p:nvPr/>
        </p:nvSpPr>
        <p:spPr>
          <a:xfrm>
            <a:off x="8170164" y="2019644"/>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Guidance Leader 1">
            <a:extLst>
              <a:ext uri="{FF2B5EF4-FFF2-40B4-BE49-F238E27FC236}">
                <a16:creationId xmlns:a16="http://schemas.microsoft.com/office/drawing/2014/main" id="{F8C1117C-8121-4FF2-C4AC-E854C52EB998}"/>
              </a:ext>
            </a:extLst>
          </p:cNvPr>
          <p:cNvCxnSpPr/>
          <p:nvPr/>
        </p:nvCxnSpPr>
        <p:spPr>
          <a:xfrm flipH="1">
            <a:off x="7903464" y="2133944"/>
            <a:ext cx="381000" cy="444500"/>
          </a:xfrm>
          <a:prstGeom prst="line">
            <a:avLst/>
          </a:prstGeom>
          <a:ln w="19050">
            <a:solidFill>
              <a:srgbClr val="E97132"/>
            </a:solidFill>
            <a:tailEnd type="triangle"/>
          </a:ln>
        </p:spPr>
        <p:style>
          <a:lnRef idx="2">
            <a:schemeClr val="accent1"/>
          </a:lnRef>
          <a:fillRef idx="0">
            <a:schemeClr val="accent1"/>
          </a:fillRef>
          <a:effectRef idx="1">
            <a:schemeClr val="accent1"/>
          </a:effectRef>
          <a:fontRef idx="minor">
            <a:schemeClr val="tx1"/>
          </a:fontRef>
        </p:style>
      </p:cxnSp>
      <p:sp>
        <p:nvSpPr>
          <p:cNvPr id="57" name="Guidance Marker 1">
            <a:extLst>
              <a:ext uri="{FF2B5EF4-FFF2-40B4-BE49-F238E27FC236}">
                <a16:creationId xmlns:a16="http://schemas.microsoft.com/office/drawing/2014/main" id="{1B375F24-2163-58C0-78CE-A9A6E97DB6E8}"/>
              </a:ext>
            </a:extLst>
          </p:cNvPr>
          <p:cNvSpPr/>
          <p:nvPr/>
        </p:nvSpPr>
        <p:spPr>
          <a:xfrm>
            <a:off x="8201914" y="2051394"/>
            <a:ext cx="165100" cy="165100"/>
          </a:xfrm>
          <a:prstGeom prst="ellipse">
            <a:avLst/>
          </a:prstGeom>
          <a:solidFill>
            <a:srgbClr val="E971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50" b="1">
                <a:solidFill>
                  <a:srgbClr val="FFFFFF"/>
                </a:solidFill>
                <a:latin typeface="Aptos" panose="020B0004020202020204" pitchFamily="34" charset="0"/>
              </a:rPr>
              <a:t>1</a:t>
            </a:r>
          </a:p>
        </p:txBody>
      </p:sp>
      <p:sp>
        <p:nvSpPr>
          <p:cNvPr id="58" name="Guidance Marker Halo 2">
            <a:extLst>
              <a:ext uri="{FF2B5EF4-FFF2-40B4-BE49-F238E27FC236}">
                <a16:creationId xmlns:a16="http://schemas.microsoft.com/office/drawing/2014/main" id="{9D14DD62-4D9F-BB87-61E0-B0DEF6AD22ED}"/>
              </a:ext>
            </a:extLst>
          </p:cNvPr>
          <p:cNvSpPr/>
          <p:nvPr/>
        </p:nvSpPr>
        <p:spPr>
          <a:xfrm>
            <a:off x="3604260" y="2318696"/>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Guidance Leader 2">
            <a:extLst>
              <a:ext uri="{FF2B5EF4-FFF2-40B4-BE49-F238E27FC236}">
                <a16:creationId xmlns:a16="http://schemas.microsoft.com/office/drawing/2014/main" id="{28A4600C-940F-43EB-7016-97F380DD7883}"/>
              </a:ext>
            </a:extLst>
          </p:cNvPr>
          <p:cNvCxnSpPr/>
          <p:nvPr/>
        </p:nvCxnSpPr>
        <p:spPr>
          <a:xfrm>
            <a:off x="3718560" y="2432996"/>
            <a:ext cx="0" cy="254000"/>
          </a:xfrm>
          <a:prstGeom prst="line">
            <a:avLst/>
          </a:prstGeom>
          <a:ln w="19050">
            <a:solidFill>
              <a:srgbClr val="E97132"/>
            </a:solidFill>
            <a:tailEnd type="triangle"/>
          </a:ln>
        </p:spPr>
        <p:style>
          <a:lnRef idx="2">
            <a:schemeClr val="accent1"/>
          </a:lnRef>
          <a:fillRef idx="0">
            <a:schemeClr val="accent1"/>
          </a:fillRef>
          <a:effectRef idx="1">
            <a:schemeClr val="accent1"/>
          </a:effectRef>
          <a:fontRef idx="minor">
            <a:schemeClr val="tx1"/>
          </a:fontRef>
        </p:style>
      </p:cxnSp>
      <p:sp>
        <p:nvSpPr>
          <p:cNvPr id="60" name="Guidance Marker 2">
            <a:extLst>
              <a:ext uri="{FF2B5EF4-FFF2-40B4-BE49-F238E27FC236}">
                <a16:creationId xmlns:a16="http://schemas.microsoft.com/office/drawing/2014/main" id="{5CBA298F-96BD-2CA5-430C-84D1716988B7}"/>
              </a:ext>
            </a:extLst>
          </p:cNvPr>
          <p:cNvSpPr/>
          <p:nvPr/>
        </p:nvSpPr>
        <p:spPr>
          <a:xfrm>
            <a:off x="3636010" y="2350446"/>
            <a:ext cx="165100" cy="165100"/>
          </a:xfrm>
          <a:prstGeom prst="ellipse">
            <a:avLst/>
          </a:prstGeom>
          <a:solidFill>
            <a:srgbClr val="E971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50" b="1">
                <a:solidFill>
                  <a:srgbClr val="FFFFFF"/>
                </a:solidFill>
                <a:latin typeface="Aptos" panose="020B0004020202020204" pitchFamily="34" charset="0"/>
              </a:rPr>
              <a:t>2</a:t>
            </a:r>
          </a:p>
        </p:txBody>
      </p:sp>
      <p:sp>
        <p:nvSpPr>
          <p:cNvPr id="61" name="Guidance Marker Halo 3">
            <a:extLst>
              <a:ext uri="{FF2B5EF4-FFF2-40B4-BE49-F238E27FC236}">
                <a16:creationId xmlns:a16="http://schemas.microsoft.com/office/drawing/2014/main" id="{09BCA743-14EA-2979-4714-250684563E64}"/>
              </a:ext>
            </a:extLst>
          </p:cNvPr>
          <p:cNvSpPr/>
          <p:nvPr/>
        </p:nvSpPr>
        <p:spPr>
          <a:xfrm>
            <a:off x="2136648" y="2870791"/>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Guidance Leader 3">
            <a:extLst>
              <a:ext uri="{FF2B5EF4-FFF2-40B4-BE49-F238E27FC236}">
                <a16:creationId xmlns:a16="http://schemas.microsoft.com/office/drawing/2014/main" id="{5DEB8446-4D1E-04FF-11E2-A9AF0F175A53}"/>
              </a:ext>
            </a:extLst>
          </p:cNvPr>
          <p:cNvCxnSpPr/>
          <p:nvPr/>
        </p:nvCxnSpPr>
        <p:spPr>
          <a:xfrm flipH="1">
            <a:off x="1933448" y="2985091"/>
            <a:ext cx="317500" cy="0"/>
          </a:xfrm>
          <a:prstGeom prst="line">
            <a:avLst/>
          </a:prstGeom>
          <a:ln w="19050">
            <a:solidFill>
              <a:srgbClr val="E97132"/>
            </a:solidFill>
            <a:tailEnd type="triangle"/>
          </a:ln>
        </p:spPr>
        <p:style>
          <a:lnRef idx="2">
            <a:schemeClr val="accent1"/>
          </a:lnRef>
          <a:fillRef idx="0">
            <a:schemeClr val="accent1"/>
          </a:fillRef>
          <a:effectRef idx="1">
            <a:schemeClr val="accent1"/>
          </a:effectRef>
          <a:fontRef idx="minor">
            <a:schemeClr val="tx1"/>
          </a:fontRef>
        </p:style>
      </p:cxnSp>
      <p:sp>
        <p:nvSpPr>
          <p:cNvPr id="63" name="Guidance Marker 3">
            <a:extLst>
              <a:ext uri="{FF2B5EF4-FFF2-40B4-BE49-F238E27FC236}">
                <a16:creationId xmlns:a16="http://schemas.microsoft.com/office/drawing/2014/main" id="{BDE232F8-0559-BC07-2462-542DF0CD89A6}"/>
              </a:ext>
            </a:extLst>
          </p:cNvPr>
          <p:cNvSpPr/>
          <p:nvPr/>
        </p:nvSpPr>
        <p:spPr>
          <a:xfrm>
            <a:off x="2168398" y="2902541"/>
            <a:ext cx="165100" cy="165100"/>
          </a:xfrm>
          <a:prstGeom prst="ellipse">
            <a:avLst/>
          </a:prstGeom>
          <a:solidFill>
            <a:srgbClr val="E971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50" b="1">
                <a:solidFill>
                  <a:srgbClr val="FFFFFF"/>
                </a:solidFill>
                <a:latin typeface="Aptos" panose="020B0004020202020204" pitchFamily="34" charset="0"/>
              </a:rPr>
              <a:t>3</a:t>
            </a:r>
          </a:p>
        </p:txBody>
      </p:sp>
      <p:grpSp>
        <p:nvGrpSpPr>
          <p:cNvPr id="10" name="Group 14">
            <a:extLst>
              <a:ext uri="{FF2B5EF4-FFF2-40B4-BE49-F238E27FC236}">
                <a16:creationId xmlns:a16="http://schemas.microsoft.com/office/drawing/2014/main" id="{CFC4AF8C-AFAC-36BC-3373-2216B7FF3057}"/>
              </a:ext>
            </a:extLst>
          </p:cNvPr>
          <p:cNvGrpSpPr/>
          <p:nvPr/>
        </p:nvGrpSpPr>
        <p:grpSpPr>
          <a:xfrm>
            <a:off x="9077960" y="3792219"/>
            <a:ext cx="2489200" cy="965200"/>
            <a:chOff x="9067800" y="4555712"/>
            <a:chExt cx="2489200" cy="965199"/>
          </a:xfrm>
        </p:grpSpPr>
        <p:sp>
          <p:nvSpPr>
            <p:cNvPr id="11" name="Guidance Step Number 3">
              <a:extLst>
                <a:ext uri="{FF2B5EF4-FFF2-40B4-BE49-F238E27FC236}">
                  <a16:creationId xmlns:a16="http://schemas.microsoft.com/office/drawing/2014/main" id="{A63F5247-FD4C-33E2-B1C3-8058E2A3FE33}"/>
                </a:ext>
              </a:extLst>
            </p:cNvPr>
            <p:cNvSpPr/>
            <p:nvPr/>
          </p:nvSpPr>
          <p:spPr>
            <a:xfrm>
              <a:off x="9067800" y="4555712"/>
              <a:ext cx="228600" cy="228600"/>
            </a:xfrm>
            <a:prstGeom prst="ellipse">
              <a:avLst/>
            </a:prstGeom>
            <a:solidFill>
              <a:srgbClr val="E971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3</a:t>
              </a:r>
            </a:p>
          </p:txBody>
        </p:sp>
        <p:sp>
          <p:nvSpPr>
            <p:cNvPr id="12" name="Guidance Step Label 3">
              <a:extLst>
                <a:ext uri="{FF2B5EF4-FFF2-40B4-BE49-F238E27FC236}">
                  <a16:creationId xmlns:a16="http://schemas.microsoft.com/office/drawing/2014/main" id="{E483CE6A-4874-DAC6-2649-355642263D93}"/>
                </a:ext>
              </a:extLst>
            </p:cNvPr>
            <p:cNvSpPr txBox="1"/>
            <p:nvPr/>
          </p:nvSpPr>
          <p:spPr>
            <a:xfrm>
              <a:off x="9398000" y="4589352"/>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COMPARE IMPACT</a:t>
              </a:r>
            </a:p>
          </p:txBody>
        </p:sp>
        <p:sp>
          <p:nvSpPr>
            <p:cNvPr id="14" name="Guidance Step Body 3">
              <a:extLst>
                <a:ext uri="{FF2B5EF4-FFF2-40B4-BE49-F238E27FC236}">
                  <a16:creationId xmlns:a16="http://schemas.microsoft.com/office/drawing/2014/main" id="{E5966219-C22C-3B36-4EFA-25A9DA549DB3}"/>
                </a:ext>
              </a:extLst>
            </p:cNvPr>
            <p:cNvSpPr txBox="1"/>
            <p:nvPr/>
          </p:nvSpPr>
          <p:spPr>
            <a:xfrm>
              <a:off x="9067800" y="4847811"/>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Compare prepaid coverage, PAYGO overage, and total cost by team.</a:t>
              </a:r>
            </a:p>
          </p:txBody>
        </p:sp>
      </p:grpSp>
      <p:grpSp>
        <p:nvGrpSpPr>
          <p:cNvPr id="15" name="Group 13">
            <a:extLst>
              <a:ext uri="{FF2B5EF4-FFF2-40B4-BE49-F238E27FC236}">
                <a16:creationId xmlns:a16="http://schemas.microsoft.com/office/drawing/2014/main" id="{3147358A-16F4-0E63-901E-1B2CAC6B7DD4}"/>
              </a:ext>
            </a:extLst>
          </p:cNvPr>
          <p:cNvGrpSpPr/>
          <p:nvPr/>
        </p:nvGrpSpPr>
        <p:grpSpPr>
          <a:xfrm>
            <a:off x="8839200" y="4709668"/>
            <a:ext cx="2946400" cy="1612011"/>
            <a:chOff x="8839200" y="4709668"/>
            <a:chExt cx="2946400" cy="1612019"/>
          </a:xfrm>
        </p:grpSpPr>
        <p:sp>
          <p:nvSpPr>
            <p:cNvPr id="16" name="Guidance Panel">
              <a:extLst>
                <a:ext uri="{FF2B5EF4-FFF2-40B4-BE49-F238E27FC236}">
                  <a16:creationId xmlns:a16="http://schemas.microsoft.com/office/drawing/2014/main" id="{A3F1835D-B519-7135-6707-7C01EF491590}"/>
                </a:ext>
              </a:extLst>
            </p:cNvPr>
            <p:cNvSpPr/>
            <p:nvPr/>
          </p:nvSpPr>
          <p:spPr>
            <a:xfrm>
              <a:off x="8839200" y="4709668"/>
              <a:ext cx="2946400" cy="1612019"/>
            </a:xfrm>
            <a:prstGeom prst="roundRect">
              <a:avLst>
                <a:gd name="adj" fmla="val 3000"/>
              </a:avLst>
            </a:prstGeom>
            <a:solidFill>
              <a:srgbClr val="F8FBFB"/>
            </a:solidFill>
            <a:ln w="22225">
              <a:solidFill>
                <a:srgbClr val="E971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Guidance Eyebrow">
              <a:extLst>
                <a:ext uri="{FF2B5EF4-FFF2-40B4-BE49-F238E27FC236}">
                  <a16:creationId xmlns:a16="http://schemas.microsoft.com/office/drawing/2014/main" id="{455174C4-2413-1229-3049-E618B550E6EF}"/>
                </a:ext>
              </a:extLst>
            </p:cNvPr>
            <p:cNvSpPr txBox="1"/>
            <p:nvPr/>
          </p:nvSpPr>
          <p:spPr>
            <a:xfrm>
              <a:off x="9018939" y="4911312"/>
              <a:ext cx="2489200" cy="228600"/>
            </a:xfrm>
            <a:prstGeom prst="rect">
              <a:avLst/>
            </a:prstGeom>
            <a:noFill/>
          </p:spPr>
          <p:txBody>
            <a:bodyPr vert="horz" wrap="square" lIns="0" tIns="0" rIns="0" bIns="0" rtlCol="0" anchor="t">
              <a:noAutofit/>
            </a:bodyPr>
            <a:lstStyle/>
            <a:p>
              <a:r>
                <a:rPr lang="en-US" sz="1120" b="1">
                  <a:solidFill>
                    <a:srgbClr val="0F2844"/>
                  </a:solidFill>
                  <a:latin typeface="Aptos" panose="020B0004020202020204" pitchFamily="34" charset="0"/>
                </a:rPr>
                <a:t>HOW TO TAKE ACTION</a:t>
              </a:r>
            </a:p>
          </p:txBody>
        </p:sp>
        <p:cxnSp>
          <p:nvCxnSpPr>
            <p:cNvPr id="20" name="Guidance Header Rule">
              <a:extLst>
                <a:ext uri="{FF2B5EF4-FFF2-40B4-BE49-F238E27FC236}">
                  <a16:creationId xmlns:a16="http://schemas.microsoft.com/office/drawing/2014/main" id="{3EAC7C45-423C-AF8F-2096-E11A1C3AF0BB}"/>
                </a:ext>
              </a:extLst>
            </p:cNvPr>
            <p:cNvCxnSpPr/>
            <p:nvPr/>
          </p:nvCxnSpPr>
          <p:spPr>
            <a:xfrm>
              <a:off x="9018939" y="5241512"/>
              <a:ext cx="2489200" cy="0"/>
            </a:xfrm>
            <a:prstGeom prst="line">
              <a:avLst/>
            </a:prstGeom>
            <a:ln w="9525">
              <a:solidFill>
                <a:srgbClr val="C7DDDC"/>
              </a:solidFill>
            </a:ln>
          </p:spPr>
          <p:style>
            <a:lnRef idx="2">
              <a:schemeClr val="accent1"/>
            </a:lnRef>
            <a:fillRef idx="0">
              <a:schemeClr val="accent1"/>
            </a:fillRef>
            <a:effectRef idx="1">
              <a:schemeClr val="accent1"/>
            </a:effectRef>
            <a:fontRef idx="minor">
              <a:schemeClr val="tx1"/>
            </a:fontRef>
          </p:style>
        </p:cxnSp>
      </p:grpSp>
      <p:sp>
        <p:nvSpPr>
          <p:cNvPr id="54" name="Guidance Step Body 4">
            <a:extLst>
              <a:ext uri="{FF2B5EF4-FFF2-40B4-BE49-F238E27FC236}">
                <a16:creationId xmlns:a16="http://schemas.microsoft.com/office/drawing/2014/main" id="{89331189-A0A4-BB48-EBBD-98EBAFF0959A}"/>
              </a:ext>
            </a:extLst>
          </p:cNvPr>
          <p:cNvSpPr txBox="1"/>
          <p:nvPr/>
        </p:nvSpPr>
        <p:spPr>
          <a:xfrm>
            <a:off x="9067800" y="5341553"/>
            <a:ext cx="2489200" cy="673100"/>
          </a:xfrm>
          <a:prstGeom prst="rect">
            <a:avLst/>
          </a:prstGeom>
          <a:noFill/>
        </p:spPr>
        <p:txBody>
          <a:bodyPr vert="horz" wrap="square" lIns="0" tIns="0" rIns="0" bIns="0" rtlCol="0" anchor="t">
            <a:noAutofit/>
          </a:bodyPr>
          <a:lstStyle/>
          <a:p>
            <a:r>
              <a:rPr lang="en-US" sz="1000" dirty="0">
                <a:solidFill>
                  <a:srgbClr val="1C2B34"/>
                </a:solidFill>
                <a:latin typeface="Aptos" panose="020B0004020202020204" pitchFamily="34" charset="0"/>
              </a:rPr>
              <a:t>Compare allocation models to understand how prepaid credits are distributed across teams. Use the results to select the allocation approach that best aligns with your organization's budgeting and chargeback strategy.</a:t>
            </a:r>
          </a:p>
        </p:txBody>
      </p:sp>
    </p:spTree>
    <p:extLst>
      <p:ext uri="{BB962C8B-B14F-4D97-AF65-F5344CB8AC3E}">
        <p14:creationId xmlns:p14="http://schemas.microsoft.com/office/powerpoint/2010/main" val="2172483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55600"/>
            <a:ext cx="502920" cy="5029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38366"/>
            <a:ext cx="502920" cy="313932"/>
          </a:xfrm>
          <a:prstGeom prst="rect">
            <a:avLst/>
          </a:prstGeom>
          <a:noFill/>
        </p:spPr>
        <p:txBody>
          <a:bodyPr wrap="square" lIns="45720" tIns="18288" rIns="45720" bIns="18288" anchor="ctr">
            <a:spAutoFit/>
          </a:bodyPr>
          <a:lstStyle/>
          <a:p>
            <a:pPr algn="ctr"/>
            <a:r>
              <a:rPr lang="en-US" b="1">
                <a:solidFill>
                  <a:srgbClr val="FFFFFF"/>
                </a:solidFill>
                <a:latin typeface="Aptos" panose="020B0004020202020204" pitchFamily="34" charset="0"/>
              </a:rPr>
              <a:t>4</a:t>
            </a:r>
            <a:endParaRPr lang="en-US" b="1" i="0">
              <a:solidFill>
                <a:srgbClr val="FFFFFF"/>
              </a:solidFill>
              <a:latin typeface="Aptos" panose="020B0004020202020204" pitchFamily="34" charset="0"/>
            </a:endParaRPr>
          </a:p>
        </p:txBody>
      </p:sp>
      <p:sp>
        <p:nvSpPr>
          <p:cNvPr id="6" name="TextBox 5"/>
          <p:cNvSpPr txBox="1"/>
          <p:nvPr/>
        </p:nvSpPr>
        <p:spPr>
          <a:xfrm>
            <a:off x="1143000" y="414155"/>
            <a:ext cx="9601200" cy="406265"/>
          </a:xfrm>
          <a:prstGeom prst="rect">
            <a:avLst/>
          </a:prstGeom>
          <a:noFill/>
        </p:spPr>
        <p:txBody>
          <a:bodyPr wrap="square" lIns="45720" tIns="18288" rIns="45720" bIns="18288" anchor="b">
            <a:spAutoFit/>
          </a:bodyPr>
          <a:lstStyle/>
          <a:p>
            <a:pPr algn="l"/>
            <a:r>
              <a:rPr sz="2400" b="1" i="0">
                <a:solidFill>
                  <a:srgbClr val="10243E"/>
                </a:solidFill>
                <a:latin typeface="Aptos" panose="020B0004020202020204" pitchFamily="34" charset="0"/>
              </a:rPr>
              <a:t>Optimization &amp; Limits</a:t>
            </a:r>
          </a:p>
        </p:txBody>
      </p:sp>
      <p:sp>
        <p:nvSpPr>
          <p:cNvPr id="7" name="TextBox 6"/>
          <p:cNvSpPr txBox="1"/>
          <p:nvPr/>
        </p:nvSpPr>
        <p:spPr>
          <a:xfrm>
            <a:off x="1143000" y="788296"/>
            <a:ext cx="10515600" cy="244682"/>
          </a:xfrm>
          <a:prstGeom prst="rect">
            <a:avLst/>
          </a:prstGeom>
          <a:noFill/>
        </p:spPr>
        <p:txBody>
          <a:bodyPr wrap="square" lIns="45720" tIns="18288" rIns="45720" bIns="18288" anchor="t">
            <a:spAutoFit/>
          </a:bodyPr>
          <a:lstStyle/>
          <a:p>
            <a:pPr algn="l"/>
            <a:r>
              <a:rPr sz="1300" i="1">
                <a:solidFill>
                  <a:srgbClr val="627083"/>
                </a:solidFill>
                <a:latin typeface="Aptos" panose="020B0004020202020204" pitchFamily="34" charset="0"/>
              </a:rPr>
              <a:t>Who needs a bigger — or smaller — allowance?</a:t>
            </a:r>
          </a:p>
        </p:txBody>
      </p:sp>
      <p:sp>
        <p:nvSpPr>
          <p:cNvPr id="8" name="Report Visual Frame"/>
          <p:cNvSpPr/>
          <p:nvPr/>
        </p:nvSpPr>
        <p:spPr>
          <a:xfrm>
            <a:off x="411480" y="1511300"/>
            <a:ext cx="8255000" cy="4787900"/>
          </a:xfrm>
          <a:prstGeom prst="rect">
            <a:avLst/>
          </a:prstGeom>
          <a:solidFill>
            <a:srgbClr val="FFFFFF"/>
          </a:solidFill>
          <a:ln w="19050">
            <a:solidFill>
              <a:srgbClr val="3A4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page_03.png"/>
          <p:cNvPicPr>
            <a:picLocks noChangeAspect="1"/>
          </p:cNvPicPr>
          <p:nvPr/>
        </p:nvPicPr>
        <p:blipFill>
          <a:blip r:embed="rId3"/>
          <a:stretch>
            <a:fillRect/>
          </a:stretch>
        </p:blipFill>
        <p:spPr>
          <a:xfrm>
            <a:off x="504163" y="1574800"/>
            <a:ext cx="8059475" cy="4660900"/>
          </a:xfrm>
          <a:prstGeom prst="rect">
            <a:avLst/>
          </a:prstGeom>
        </p:spPr>
      </p:pic>
      <p:sp>
        <p:nvSpPr>
          <p:cNvPr id="13" name="Report Page Label"/>
          <p:cNvSpPr txBox="1"/>
          <p:nvPr/>
        </p:nvSpPr>
        <p:spPr>
          <a:xfrm>
            <a:off x="457200" y="1219199"/>
            <a:ext cx="8153400" cy="160941"/>
          </a:xfrm>
          <a:prstGeom prst="rect">
            <a:avLst/>
          </a:prstGeom>
          <a:noFill/>
        </p:spPr>
        <p:txBody>
          <a:bodyPr wrap="square" lIns="0" tIns="0" rIns="0" bIns="0" anchor="t">
            <a:noAutofit/>
          </a:bodyPr>
          <a:lstStyle/>
          <a:p>
            <a:pPr algn="l">
              <a:lnSpc>
                <a:spcPct val="102000"/>
              </a:lnSpc>
              <a:spcAft>
                <a:spcPts val="600"/>
              </a:spcAft>
            </a:pPr>
            <a:r>
              <a:rPr lang="en-US" sz="1050" b="1">
                <a:solidFill>
                  <a:srgbClr val="3A4855"/>
                </a:solidFill>
                <a:latin typeface="Aptos" panose="020B0004020202020204" pitchFamily="34" charset="0"/>
              </a:rPr>
              <a:t>CREDIT OPTIMIZATION</a:t>
            </a:r>
            <a:endParaRPr sz="1050" b="1" i="0">
              <a:solidFill>
                <a:srgbClr val="3A4855"/>
              </a:solidFill>
              <a:latin typeface="Aptos" panose="020B0004020202020204" pitchFamily="34" charset="0"/>
            </a:endParaRPr>
          </a:p>
        </p:txBody>
      </p:sp>
      <p:sp>
        <p:nvSpPr>
          <p:cNvPr id="16" name="Theme Top Rule">
            <a:extLst>
              <a:ext uri="{FF2B5EF4-FFF2-40B4-BE49-F238E27FC236}">
                <a16:creationId xmlns:a16="http://schemas.microsoft.com/office/drawing/2014/main" id="{F92B8C67-8510-71BC-1816-7A824BD350D8}"/>
              </a:ext>
            </a:extLst>
          </p:cNvPr>
          <p:cNvSpPr/>
          <p:nvPr/>
        </p:nvSpPr>
        <p:spPr>
          <a:xfrm>
            <a:off x="0" y="0"/>
            <a:ext cx="12192000" cy="38100"/>
          </a:xfrm>
          <a:prstGeom prst="rect">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heme Footer">
            <a:extLst>
              <a:ext uri="{FF2B5EF4-FFF2-40B4-BE49-F238E27FC236}">
                <a16:creationId xmlns:a16="http://schemas.microsoft.com/office/drawing/2014/main" id="{E3622D52-8870-12C1-31BB-E4563AAC6672}"/>
              </a:ext>
            </a:extLst>
          </p:cNvPr>
          <p:cNvSpPr txBox="1"/>
          <p:nvPr/>
        </p:nvSpPr>
        <p:spPr>
          <a:xfrm>
            <a:off x="566420" y="6705600"/>
            <a:ext cx="11059160" cy="107722"/>
          </a:xfrm>
          <a:prstGeom prst="rect">
            <a:avLst/>
          </a:prstGeom>
          <a:noFill/>
        </p:spPr>
        <p:txBody>
          <a:bodyPr vert="horz" lIns="0" tIns="0" rIns="0" bIns="0" rtlCol="0">
            <a:spAutoFit/>
          </a:bodyPr>
          <a:lstStyle/>
          <a:p>
            <a:pPr algn="r"/>
            <a:r>
              <a:rPr lang="en-US" sz="700" b="1">
                <a:solidFill>
                  <a:srgbClr val="627083"/>
                </a:solidFill>
                <a:latin typeface="Aptos" panose="020B0004020202020204" pitchFamily="34" charset="0"/>
              </a:rPr>
              <a:t>COWORK CREDIT CHARGEBACK</a:t>
            </a:r>
          </a:p>
        </p:txBody>
      </p:sp>
      <p:sp>
        <p:nvSpPr>
          <p:cNvPr id="40" name="Guidance Panel">
            <a:extLst>
              <a:ext uri="{FF2B5EF4-FFF2-40B4-BE49-F238E27FC236}">
                <a16:creationId xmlns:a16="http://schemas.microsoft.com/office/drawing/2014/main" id="{5453208C-EB97-C528-E04B-C3CCDB363FE9}"/>
              </a:ext>
            </a:extLst>
          </p:cNvPr>
          <p:cNvSpPr/>
          <p:nvPr/>
        </p:nvSpPr>
        <p:spPr>
          <a:xfrm>
            <a:off x="8839200" y="1219200"/>
            <a:ext cx="2946400" cy="3349244"/>
          </a:xfrm>
          <a:prstGeom prst="roundRect">
            <a:avLst>
              <a:gd name="adj" fmla="val 3000"/>
            </a:avLst>
          </a:prstGeom>
          <a:solidFill>
            <a:srgbClr val="F8FBFB"/>
          </a:solidFill>
          <a:ln w="22225">
            <a:solidFill>
              <a:srgbClr val="A02B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Guidance Eyebrow">
            <a:extLst>
              <a:ext uri="{FF2B5EF4-FFF2-40B4-BE49-F238E27FC236}">
                <a16:creationId xmlns:a16="http://schemas.microsoft.com/office/drawing/2014/main" id="{40E7059D-7626-1B97-B68A-EC4CC16408AF}"/>
              </a:ext>
            </a:extLst>
          </p:cNvPr>
          <p:cNvSpPr txBox="1"/>
          <p:nvPr/>
        </p:nvSpPr>
        <p:spPr>
          <a:xfrm>
            <a:off x="9067800" y="1371600"/>
            <a:ext cx="2489200" cy="228600"/>
          </a:xfrm>
          <a:prstGeom prst="rect">
            <a:avLst/>
          </a:prstGeom>
          <a:noFill/>
        </p:spPr>
        <p:txBody>
          <a:bodyPr vert="horz" wrap="square" lIns="0" tIns="0" rIns="0" bIns="0" rtlCol="0" anchor="t">
            <a:noAutofit/>
          </a:bodyPr>
          <a:lstStyle/>
          <a:p>
            <a:r>
              <a:rPr lang="en-US" sz="1120" b="1">
                <a:solidFill>
                  <a:srgbClr val="0F2844"/>
                </a:solidFill>
                <a:latin typeface="Aptos" panose="020B0004020202020204" pitchFamily="34" charset="0"/>
              </a:rPr>
              <a:t>HOW TO READ THIS PAGE</a:t>
            </a:r>
          </a:p>
        </p:txBody>
      </p:sp>
      <p:cxnSp>
        <p:nvCxnSpPr>
          <p:cNvPr id="42" name="Guidance Header Rule">
            <a:extLst>
              <a:ext uri="{FF2B5EF4-FFF2-40B4-BE49-F238E27FC236}">
                <a16:creationId xmlns:a16="http://schemas.microsoft.com/office/drawing/2014/main" id="{79E8377C-8A6E-F598-D078-CA78AEBD3217}"/>
              </a:ext>
            </a:extLst>
          </p:cNvPr>
          <p:cNvCxnSpPr/>
          <p:nvPr/>
        </p:nvCxnSpPr>
        <p:spPr>
          <a:xfrm>
            <a:off x="9067800" y="1701800"/>
            <a:ext cx="2489200" cy="0"/>
          </a:xfrm>
          <a:prstGeom prst="line">
            <a:avLst/>
          </a:prstGeom>
          <a:ln w="9525">
            <a:solidFill>
              <a:srgbClr val="C7DDDC"/>
            </a:solidFill>
          </a:ln>
        </p:spPr>
        <p:style>
          <a:lnRef idx="2">
            <a:schemeClr val="accent1"/>
          </a:lnRef>
          <a:fillRef idx="0">
            <a:schemeClr val="accent1"/>
          </a:fillRef>
          <a:effectRef idx="1">
            <a:schemeClr val="accent1"/>
          </a:effectRef>
          <a:fontRef idx="minor">
            <a:schemeClr val="tx1"/>
          </a:fontRef>
        </p:style>
      </p:cxnSp>
      <p:sp>
        <p:nvSpPr>
          <p:cNvPr id="43" name="Guidance Step Number 1">
            <a:extLst>
              <a:ext uri="{FF2B5EF4-FFF2-40B4-BE49-F238E27FC236}">
                <a16:creationId xmlns:a16="http://schemas.microsoft.com/office/drawing/2014/main" id="{5D8B19FA-718B-B26B-3C68-46E15452D745}"/>
              </a:ext>
            </a:extLst>
          </p:cNvPr>
          <p:cNvSpPr/>
          <p:nvPr/>
        </p:nvSpPr>
        <p:spPr>
          <a:xfrm>
            <a:off x="9067800" y="1828800"/>
            <a:ext cx="228600" cy="228600"/>
          </a:xfrm>
          <a:prstGeom prst="ellipse">
            <a:avLst/>
          </a:prstGeom>
          <a:solidFill>
            <a:srgbClr val="A02B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1</a:t>
            </a:r>
          </a:p>
        </p:txBody>
      </p:sp>
      <p:sp>
        <p:nvSpPr>
          <p:cNvPr id="44" name="Guidance Step Label 1">
            <a:extLst>
              <a:ext uri="{FF2B5EF4-FFF2-40B4-BE49-F238E27FC236}">
                <a16:creationId xmlns:a16="http://schemas.microsoft.com/office/drawing/2014/main" id="{4DEA202B-D071-8F3D-BEDC-004DD2A47B54}"/>
              </a:ext>
            </a:extLst>
          </p:cNvPr>
          <p:cNvSpPr txBox="1"/>
          <p:nvPr/>
        </p:nvSpPr>
        <p:spPr>
          <a:xfrm>
            <a:off x="9398000" y="1841500"/>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SET THE VIEW</a:t>
            </a:r>
          </a:p>
        </p:txBody>
      </p:sp>
      <p:sp>
        <p:nvSpPr>
          <p:cNvPr id="45" name="Guidance Step Body 1">
            <a:extLst>
              <a:ext uri="{FF2B5EF4-FFF2-40B4-BE49-F238E27FC236}">
                <a16:creationId xmlns:a16="http://schemas.microsoft.com/office/drawing/2014/main" id="{3618DA36-4527-01B9-0F65-924ED326000F}"/>
              </a:ext>
            </a:extLst>
          </p:cNvPr>
          <p:cNvSpPr txBox="1"/>
          <p:nvPr/>
        </p:nvSpPr>
        <p:spPr>
          <a:xfrm>
            <a:off x="9067800" y="2120900"/>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Confirm rate, Slice By, and Usage Intensity.</a:t>
            </a:r>
          </a:p>
        </p:txBody>
      </p:sp>
      <p:sp>
        <p:nvSpPr>
          <p:cNvPr id="46" name="Guidance Step Number 2">
            <a:extLst>
              <a:ext uri="{FF2B5EF4-FFF2-40B4-BE49-F238E27FC236}">
                <a16:creationId xmlns:a16="http://schemas.microsoft.com/office/drawing/2014/main" id="{1025E1A1-0BC6-6C6C-5DD7-B2B62D2F8424}"/>
              </a:ext>
            </a:extLst>
          </p:cNvPr>
          <p:cNvSpPr/>
          <p:nvPr/>
        </p:nvSpPr>
        <p:spPr>
          <a:xfrm>
            <a:off x="9067800" y="2847975"/>
            <a:ext cx="228600" cy="228600"/>
          </a:xfrm>
          <a:prstGeom prst="ellipse">
            <a:avLst/>
          </a:prstGeom>
          <a:solidFill>
            <a:srgbClr val="A02B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2</a:t>
            </a:r>
          </a:p>
        </p:txBody>
      </p:sp>
      <p:sp>
        <p:nvSpPr>
          <p:cNvPr id="47" name="Guidance Step Label 2">
            <a:extLst>
              <a:ext uri="{FF2B5EF4-FFF2-40B4-BE49-F238E27FC236}">
                <a16:creationId xmlns:a16="http://schemas.microsoft.com/office/drawing/2014/main" id="{2843E4DD-987F-C4B3-9782-227301E7C9D4}"/>
              </a:ext>
            </a:extLst>
          </p:cNvPr>
          <p:cNvSpPr txBox="1"/>
          <p:nvPr/>
        </p:nvSpPr>
        <p:spPr>
          <a:xfrm>
            <a:off x="9398000" y="2860675"/>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CATCH USERS EARLY</a:t>
            </a:r>
          </a:p>
        </p:txBody>
      </p:sp>
      <p:sp>
        <p:nvSpPr>
          <p:cNvPr id="48" name="Guidance Step Body 2">
            <a:extLst>
              <a:ext uri="{FF2B5EF4-FFF2-40B4-BE49-F238E27FC236}">
                <a16:creationId xmlns:a16="http://schemas.microsoft.com/office/drawing/2014/main" id="{400A2C6E-3318-6A9B-C150-DF6F15063F47}"/>
              </a:ext>
            </a:extLst>
          </p:cNvPr>
          <p:cNvSpPr txBox="1"/>
          <p:nvPr/>
        </p:nvSpPr>
        <p:spPr>
          <a:xfrm>
            <a:off x="9067800" y="3140075"/>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Scan near-limit and over-limit bands before month-end.</a:t>
            </a:r>
          </a:p>
        </p:txBody>
      </p:sp>
      <p:sp>
        <p:nvSpPr>
          <p:cNvPr id="55" name="Guidance Marker Halo 1">
            <a:extLst>
              <a:ext uri="{FF2B5EF4-FFF2-40B4-BE49-F238E27FC236}">
                <a16:creationId xmlns:a16="http://schemas.microsoft.com/office/drawing/2014/main" id="{C7E7556E-C307-FA79-0C6C-68D3ADB414C6}"/>
              </a:ext>
            </a:extLst>
          </p:cNvPr>
          <p:cNvSpPr/>
          <p:nvPr/>
        </p:nvSpPr>
        <p:spPr>
          <a:xfrm>
            <a:off x="7723985" y="2392680"/>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Guidance Leader 1">
            <a:extLst>
              <a:ext uri="{FF2B5EF4-FFF2-40B4-BE49-F238E27FC236}">
                <a16:creationId xmlns:a16="http://schemas.microsoft.com/office/drawing/2014/main" id="{691F4B7C-D41B-62EF-364A-27C476BF5FA1}"/>
              </a:ext>
            </a:extLst>
          </p:cNvPr>
          <p:cNvCxnSpPr/>
          <p:nvPr/>
        </p:nvCxnSpPr>
        <p:spPr>
          <a:xfrm flipH="1">
            <a:off x="7546185" y="2506980"/>
            <a:ext cx="292100" cy="0"/>
          </a:xfrm>
          <a:prstGeom prst="line">
            <a:avLst/>
          </a:prstGeom>
          <a:ln w="19050">
            <a:solidFill>
              <a:srgbClr val="A02B93"/>
            </a:solidFill>
            <a:tailEnd type="triangle"/>
          </a:ln>
        </p:spPr>
        <p:style>
          <a:lnRef idx="2">
            <a:schemeClr val="accent1"/>
          </a:lnRef>
          <a:fillRef idx="0">
            <a:schemeClr val="accent1"/>
          </a:fillRef>
          <a:effectRef idx="1">
            <a:schemeClr val="accent1"/>
          </a:effectRef>
          <a:fontRef idx="minor">
            <a:schemeClr val="tx1"/>
          </a:fontRef>
        </p:style>
      </p:cxnSp>
      <p:sp>
        <p:nvSpPr>
          <p:cNvPr id="57" name="Guidance Marker 1">
            <a:extLst>
              <a:ext uri="{FF2B5EF4-FFF2-40B4-BE49-F238E27FC236}">
                <a16:creationId xmlns:a16="http://schemas.microsoft.com/office/drawing/2014/main" id="{2ED1372F-0CD2-147F-EBF1-2EC24AFC8B63}"/>
              </a:ext>
            </a:extLst>
          </p:cNvPr>
          <p:cNvSpPr/>
          <p:nvPr/>
        </p:nvSpPr>
        <p:spPr>
          <a:xfrm>
            <a:off x="7755735" y="2424430"/>
            <a:ext cx="165100" cy="165100"/>
          </a:xfrm>
          <a:prstGeom prst="ellipse">
            <a:avLst/>
          </a:prstGeom>
          <a:solidFill>
            <a:srgbClr val="A02B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50" b="1">
                <a:solidFill>
                  <a:srgbClr val="FFFFFF"/>
                </a:solidFill>
                <a:latin typeface="Aptos" panose="020B0004020202020204" pitchFamily="34" charset="0"/>
              </a:rPr>
              <a:t>1</a:t>
            </a:r>
          </a:p>
        </p:txBody>
      </p:sp>
      <p:sp>
        <p:nvSpPr>
          <p:cNvPr id="58" name="Guidance Marker Halo 2">
            <a:extLst>
              <a:ext uri="{FF2B5EF4-FFF2-40B4-BE49-F238E27FC236}">
                <a16:creationId xmlns:a16="http://schemas.microsoft.com/office/drawing/2014/main" id="{97FB81D9-7B3D-32FD-316E-063A014B39BC}"/>
              </a:ext>
            </a:extLst>
          </p:cNvPr>
          <p:cNvSpPr/>
          <p:nvPr/>
        </p:nvSpPr>
        <p:spPr>
          <a:xfrm>
            <a:off x="3774842" y="2019808"/>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Guidance Leader 2">
            <a:extLst>
              <a:ext uri="{FF2B5EF4-FFF2-40B4-BE49-F238E27FC236}">
                <a16:creationId xmlns:a16="http://schemas.microsoft.com/office/drawing/2014/main" id="{818A2268-3333-C4E3-5A66-E9F856FAF9F1}"/>
              </a:ext>
            </a:extLst>
          </p:cNvPr>
          <p:cNvCxnSpPr/>
          <p:nvPr/>
        </p:nvCxnSpPr>
        <p:spPr>
          <a:xfrm>
            <a:off x="3889142" y="2134108"/>
            <a:ext cx="0" cy="228600"/>
          </a:xfrm>
          <a:prstGeom prst="line">
            <a:avLst/>
          </a:prstGeom>
          <a:ln w="19050">
            <a:solidFill>
              <a:srgbClr val="A02B93"/>
            </a:solidFill>
            <a:tailEnd type="triangle"/>
          </a:ln>
        </p:spPr>
        <p:style>
          <a:lnRef idx="2">
            <a:schemeClr val="accent1"/>
          </a:lnRef>
          <a:fillRef idx="0">
            <a:schemeClr val="accent1"/>
          </a:fillRef>
          <a:effectRef idx="1">
            <a:schemeClr val="accent1"/>
          </a:effectRef>
          <a:fontRef idx="minor">
            <a:schemeClr val="tx1"/>
          </a:fontRef>
        </p:style>
      </p:cxnSp>
      <p:sp>
        <p:nvSpPr>
          <p:cNvPr id="60" name="Guidance Marker 2">
            <a:extLst>
              <a:ext uri="{FF2B5EF4-FFF2-40B4-BE49-F238E27FC236}">
                <a16:creationId xmlns:a16="http://schemas.microsoft.com/office/drawing/2014/main" id="{4788E988-8642-536E-4FEC-00342E274CE9}"/>
              </a:ext>
            </a:extLst>
          </p:cNvPr>
          <p:cNvSpPr/>
          <p:nvPr/>
        </p:nvSpPr>
        <p:spPr>
          <a:xfrm>
            <a:off x="3806592" y="2051558"/>
            <a:ext cx="165100" cy="165100"/>
          </a:xfrm>
          <a:prstGeom prst="ellipse">
            <a:avLst/>
          </a:prstGeom>
          <a:solidFill>
            <a:srgbClr val="A02B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50" b="1">
                <a:solidFill>
                  <a:srgbClr val="FFFFFF"/>
                </a:solidFill>
                <a:latin typeface="Aptos" panose="020B0004020202020204" pitchFamily="34" charset="0"/>
              </a:rPr>
              <a:t>2</a:t>
            </a:r>
          </a:p>
        </p:txBody>
      </p:sp>
      <p:sp>
        <p:nvSpPr>
          <p:cNvPr id="61" name="Guidance Marker Halo 3">
            <a:extLst>
              <a:ext uri="{FF2B5EF4-FFF2-40B4-BE49-F238E27FC236}">
                <a16:creationId xmlns:a16="http://schemas.microsoft.com/office/drawing/2014/main" id="{506BFAF8-DE8D-AE93-F08D-9A5581750D04}"/>
              </a:ext>
            </a:extLst>
          </p:cNvPr>
          <p:cNvSpPr/>
          <p:nvPr/>
        </p:nvSpPr>
        <p:spPr>
          <a:xfrm>
            <a:off x="2364434" y="3418078"/>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Guidance Leader 3">
            <a:extLst>
              <a:ext uri="{FF2B5EF4-FFF2-40B4-BE49-F238E27FC236}">
                <a16:creationId xmlns:a16="http://schemas.microsoft.com/office/drawing/2014/main" id="{D5253C81-E7D5-0F73-339F-B88EA95087C6}"/>
              </a:ext>
            </a:extLst>
          </p:cNvPr>
          <p:cNvCxnSpPr/>
          <p:nvPr/>
        </p:nvCxnSpPr>
        <p:spPr>
          <a:xfrm>
            <a:off x="2478734" y="3532378"/>
            <a:ext cx="317500" cy="0"/>
          </a:xfrm>
          <a:prstGeom prst="line">
            <a:avLst/>
          </a:prstGeom>
          <a:ln w="19050">
            <a:solidFill>
              <a:srgbClr val="A02B93"/>
            </a:solidFill>
            <a:tailEnd type="triangle"/>
          </a:ln>
        </p:spPr>
        <p:style>
          <a:lnRef idx="2">
            <a:schemeClr val="accent1"/>
          </a:lnRef>
          <a:fillRef idx="0">
            <a:schemeClr val="accent1"/>
          </a:fillRef>
          <a:effectRef idx="1">
            <a:schemeClr val="accent1"/>
          </a:effectRef>
          <a:fontRef idx="minor">
            <a:schemeClr val="tx1"/>
          </a:fontRef>
        </p:style>
      </p:cxnSp>
      <p:sp>
        <p:nvSpPr>
          <p:cNvPr id="63" name="Guidance Marker 3">
            <a:extLst>
              <a:ext uri="{FF2B5EF4-FFF2-40B4-BE49-F238E27FC236}">
                <a16:creationId xmlns:a16="http://schemas.microsoft.com/office/drawing/2014/main" id="{2638317E-213A-C896-AF74-A28C8A9A52A2}"/>
              </a:ext>
            </a:extLst>
          </p:cNvPr>
          <p:cNvSpPr/>
          <p:nvPr/>
        </p:nvSpPr>
        <p:spPr>
          <a:xfrm>
            <a:off x="2396184" y="3449828"/>
            <a:ext cx="165100" cy="165100"/>
          </a:xfrm>
          <a:prstGeom prst="ellipse">
            <a:avLst/>
          </a:prstGeom>
          <a:solidFill>
            <a:srgbClr val="A02B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50" b="1">
                <a:solidFill>
                  <a:srgbClr val="FFFFFF"/>
                </a:solidFill>
                <a:latin typeface="Aptos" panose="020B0004020202020204" pitchFamily="34" charset="0"/>
              </a:rPr>
              <a:t>3</a:t>
            </a:r>
          </a:p>
        </p:txBody>
      </p:sp>
      <p:grpSp>
        <p:nvGrpSpPr>
          <p:cNvPr id="10" name="Group 14">
            <a:extLst>
              <a:ext uri="{FF2B5EF4-FFF2-40B4-BE49-F238E27FC236}">
                <a16:creationId xmlns:a16="http://schemas.microsoft.com/office/drawing/2014/main" id="{6E93DD4B-2B7F-2FD5-8708-3A85FB0EE8E6}"/>
              </a:ext>
            </a:extLst>
          </p:cNvPr>
          <p:cNvGrpSpPr/>
          <p:nvPr/>
        </p:nvGrpSpPr>
        <p:grpSpPr>
          <a:xfrm>
            <a:off x="9077960" y="3792219"/>
            <a:ext cx="2489200" cy="965200"/>
            <a:chOff x="9067800" y="4555712"/>
            <a:chExt cx="2489200" cy="965199"/>
          </a:xfrm>
        </p:grpSpPr>
        <p:sp>
          <p:nvSpPr>
            <p:cNvPr id="11" name="Guidance Step Number 3">
              <a:extLst>
                <a:ext uri="{FF2B5EF4-FFF2-40B4-BE49-F238E27FC236}">
                  <a16:creationId xmlns:a16="http://schemas.microsoft.com/office/drawing/2014/main" id="{D3D124AE-F5B7-404C-7DC2-F5C1BDFDC114}"/>
                </a:ext>
              </a:extLst>
            </p:cNvPr>
            <p:cNvSpPr/>
            <p:nvPr/>
          </p:nvSpPr>
          <p:spPr>
            <a:xfrm>
              <a:off x="9067800" y="4555712"/>
              <a:ext cx="228600" cy="228600"/>
            </a:xfrm>
            <a:prstGeom prst="ellipse">
              <a:avLst/>
            </a:prstGeom>
            <a:solidFill>
              <a:srgbClr val="A02B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3</a:t>
              </a:r>
            </a:p>
          </p:txBody>
        </p:sp>
        <p:sp>
          <p:nvSpPr>
            <p:cNvPr id="12" name="Guidance Step Label 3">
              <a:extLst>
                <a:ext uri="{FF2B5EF4-FFF2-40B4-BE49-F238E27FC236}">
                  <a16:creationId xmlns:a16="http://schemas.microsoft.com/office/drawing/2014/main" id="{9F2382C1-2AB0-DAB6-5EDA-4903F153353C}"/>
                </a:ext>
              </a:extLst>
            </p:cNvPr>
            <p:cNvSpPr txBox="1"/>
            <p:nvPr/>
          </p:nvSpPr>
          <p:spPr>
            <a:xfrm>
              <a:off x="9398000" y="4589352"/>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REVIEW CANDIDATES</a:t>
              </a:r>
            </a:p>
          </p:txBody>
        </p:sp>
        <p:sp>
          <p:nvSpPr>
            <p:cNvPr id="14" name="Guidance Step Body 3">
              <a:extLst>
                <a:ext uri="{FF2B5EF4-FFF2-40B4-BE49-F238E27FC236}">
                  <a16:creationId xmlns:a16="http://schemas.microsoft.com/office/drawing/2014/main" id="{16B936BA-3372-A005-DBA7-0505E62ACE40}"/>
                </a:ext>
              </a:extLst>
            </p:cNvPr>
            <p:cNvSpPr txBox="1"/>
            <p:nvPr/>
          </p:nvSpPr>
          <p:spPr>
            <a:xfrm>
              <a:off x="9067800" y="4847811"/>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Compare the user watchlist with unused credits by group.</a:t>
              </a:r>
            </a:p>
          </p:txBody>
        </p:sp>
      </p:grpSp>
      <p:grpSp>
        <p:nvGrpSpPr>
          <p:cNvPr id="15" name="Group 13">
            <a:extLst>
              <a:ext uri="{FF2B5EF4-FFF2-40B4-BE49-F238E27FC236}">
                <a16:creationId xmlns:a16="http://schemas.microsoft.com/office/drawing/2014/main" id="{0F732977-EC83-E91E-A314-37251199B527}"/>
              </a:ext>
            </a:extLst>
          </p:cNvPr>
          <p:cNvGrpSpPr/>
          <p:nvPr/>
        </p:nvGrpSpPr>
        <p:grpSpPr>
          <a:xfrm>
            <a:off x="8839200" y="4709668"/>
            <a:ext cx="2946400" cy="1612011"/>
            <a:chOff x="8839200" y="4709668"/>
            <a:chExt cx="2946400" cy="1612019"/>
          </a:xfrm>
        </p:grpSpPr>
        <p:sp>
          <p:nvSpPr>
            <p:cNvPr id="17" name="Guidance Panel">
              <a:extLst>
                <a:ext uri="{FF2B5EF4-FFF2-40B4-BE49-F238E27FC236}">
                  <a16:creationId xmlns:a16="http://schemas.microsoft.com/office/drawing/2014/main" id="{13FC4ABB-102B-53F7-9713-B6AC4C80B2D0}"/>
                </a:ext>
              </a:extLst>
            </p:cNvPr>
            <p:cNvSpPr/>
            <p:nvPr/>
          </p:nvSpPr>
          <p:spPr>
            <a:xfrm>
              <a:off x="8839200" y="4709668"/>
              <a:ext cx="2946400" cy="1612019"/>
            </a:xfrm>
            <a:prstGeom prst="roundRect">
              <a:avLst>
                <a:gd name="adj" fmla="val 3000"/>
              </a:avLst>
            </a:prstGeom>
            <a:solidFill>
              <a:srgbClr val="F8FBFB"/>
            </a:solidFill>
            <a:ln w="22225">
              <a:solidFill>
                <a:srgbClr val="A02B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Guidance Eyebrow">
              <a:extLst>
                <a:ext uri="{FF2B5EF4-FFF2-40B4-BE49-F238E27FC236}">
                  <a16:creationId xmlns:a16="http://schemas.microsoft.com/office/drawing/2014/main" id="{C5F31C67-D7A4-AF86-9748-8489343B6E32}"/>
                </a:ext>
              </a:extLst>
            </p:cNvPr>
            <p:cNvSpPr txBox="1"/>
            <p:nvPr/>
          </p:nvSpPr>
          <p:spPr>
            <a:xfrm>
              <a:off x="9018939" y="4911312"/>
              <a:ext cx="2489200" cy="228600"/>
            </a:xfrm>
            <a:prstGeom prst="rect">
              <a:avLst/>
            </a:prstGeom>
            <a:noFill/>
          </p:spPr>
          <p:txBody>
            <a:bodyPr vert="horz" wrap="square" lIns="0" tIns="0" rIns="0" bIns="0" rtlCol="0" anchor="t">
              <a:noAutofit/>
            </a:bodyPr>
            <a:lstStyle/>
            <a:p>
              <a:r>
                <a:rPr lang="en-US" sz="1120" b="1">
                  <a:solidFill>
                    <a:srgbClr val="0F2844"/>
                  </a:solidFill>
                  <a:latin typeface="Aptos" panose="020B0004020202020204" pitchFamily="34" charset="0"/>
                </a:rPr>
                <a:t>HOW TO TAKE ACTION</a:t>
              </a:r>
            </a:p>
          </p:txBody>
        </p:sp>
        <p:cxnSp>
          <p:nvCxnSpPr>
            <p:cNvPr id="20" name="Guidance Header Rule">
              <a:extLst>
                <a:ext uri="{FF2B5EF4-FFF2-40B4-BE49-F238E27FC236}">
                  <a16:creationId xmlns:a16="http://schemas.microsoft.com/office/drawing/2014/main" id="{C767B46A-2EC4-F5FF-1EC3-2B114CCF5D56}"/>
                </a:ext>
              </a:extLst>
            </p:cNvPr>
            <p:cNvCxnSpPr/>
            <p:nvPr/>
          </p:nvCxnSpPr>
          <p:spPr>
            <a:xfrm>
              <a:off x="9018939" y="5241512"/>
              <a:ext cx="2489200" cy="0"/>
            </a:xfrm>
            <a:prstGeom prst="line">
              <a:avLst/>
            </a:prstGeom>
            <a:ln w="9525">
              <a:solidFill>
                <a:srgbClr val="C7DDDC"/>
              </a:solidFill>
            </a:ln>
          </p:spPr>
          <p:style>
            <a:lnRef idx="2">
              <a:schemeClr val="accent1"/>
            </a:lnRef>
            <a:fillRef idx="0">
              <a:schemeClr val="accent1"/>
            </a:fillRef>
            <a:effectRef idx="1">
              <a:schemeClr val="accent1"/>
            </a:effectRef>
            <a:fontRef idx="minor">
              <a:schemeClr val="tx1"/>
            </a:fontRef>
          </p:style>
        </p:cxnSp>
      </p:grpSp>
      <p:sp>
        <p:nvSpPr>
          <p:cNvPr id="54" name="Guidance Step Body 4">
            <a:extLst>
              <a:ext uri="{FF2B5EF4-FFF2-40B4-BE49-F238E27FC236}">
                <a16:creationId xmlns:a16="http://schemas.microsoft.com/office/drawing/2014/main" id="{68AE656F-22EB-79DD-7E37-ADFEE57C61F2}"/>
              </a:ext>
            </a:extLst>
          </p:cNvPr>
          <p:cNvSpPr txBox="1"/>
          <p:nvPr/>
        </p:nvSpPr>
        <p:spPr>
          <a:xfrm>
            <a:off x="9077960" y="5346684"/>
            <a:ext cx="2489200" cy="673100"/>
          </a:xfrm>
          <a:prstGeom prst="rect">
            <a:avLst/>
          </a:prstGeom>
          <a:noFill/>
        </p:spPr>
        <p:txBody>
          <a:bodyPr vert="horz" wrap="square" lIns="0" tIns="0" rIns="0" bIns="0" rtlCol="0" anchor="t">
            <a:noAutofit/>
          </a:bodyPr>
          <a:lstStyle/>
          <a:p>
            <a:r>
              <a:rPr lang="en-US" sz="1000" dirty="0">
                <a:solidFill>
                  <a:srgbClr val="1C2B34"/>
                </a:solidFill>
                <a:latin typeface="Aptos" panose="020B0004020202020204" pitchFamily="34" charset="0"/>
              </a:rPr>
              <a:t>Proactively engage users nearing their limits to understand how </a:t>
            </a:r>
            <a:r>
              <a:rPr lang="en-US" sz="1000" dirty="0" err="1">
                <a:solidFill>
                  <a:srgbClr val="1C2B34"/>
                </a:solidFill>
                <a:latin typeface="Aptos" panose="020B0004020202020204" pitchFamily="34" charset="0"/>
              </a:rPr>
              <a:t>Cowork</a:t>
            </a:r>
            <a:r>
              <a:rPr lang="en-US" sz="1000" dirty="0">
                <a:solidFill>
                  <a:srgbClr val="1C2B34"/>
                </a:solidFill>
                <a:latin typeface="Aptos" panose="020B0004020202020204" pitchFamily="34" charset="0"/>
              </a:rPr>
              <a:t> is being used. Use these insights to identify automation opportunities, validate business demand, and adjust allowances before overages occur.</a:t>
            </a:r>
          </a:p>
        </p:txBody>
      </p:sp>
    </p:spTree>
    <p:extLst>
      <p:ext uri="{BB962C8B-B14F-4D97-AF65-F5344CB8AC3E}">
        <p14:creationId xmlns:p14="http://schemas.microsoft.com/office/powerpoint/2010/main" val="2824453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 name="Group 13">
            <a:extLst>
              <a:ext uri="{FF2B5EF4-FFF2-40B4-BE49-F238E27FC236}">
                <a16:creationId xmlns:a16="http://schemas.microsoft.com/office/drawing/2014/main" id="{29174B49-374A-B171-C3BB-BEECCFBF142D}"/>
              </a:ext>
            </a:extLst>
          </p:cNvPr>
          <p:cNvGrpSpPr/>
          <p:nvPr/>
        </p:nvGrpSpPr>
        <p:grpSpPr>
          <a:xfrm>
            <a:off x="8839200" y="4709668"/>
            <a:ext cx="2946400" cy="1612019"/>
            <a:chOff x="8839200" y="4709668"/>
            <a:chExt cx="2946400" cy="1612019"/>
          </a:xfrm>
        </p:grpSpPr>
        <p:sp>
          <p:nvSpPr>
            <p:cNvPr id="10" name="Guidance Panel">
              <a:extLst>
                <a:ext uri="{FF2B5EF4-FFF2-40B4-BE49-F238E27FC236}">
                  <a16:creationId xmlns:a16="http://schemas.microsoft.com/office/drawing/2014/main" id="{457B361A-E5C6-EAFB-75A2-BBA00AF48C6C}"/>
                </a:ext>
              </a:extLst>
            </p:cNvPr>
            <p:cNvSpPr/>
            <p:nvPr/>
          </p:nvSpPr>
          <p:spPr>
            <a:xfrm>
              <a:off x="8839200" y="4709668"/>
              <a:ext cx="2946400" cy="1612019"/>
            </a:xfrm>
            <a:prstGeom prst="roundRect">
              <a:avLst>
                <a:gd name="adj" fmla="val 3000"/>
              </a:avLst>
            </a:prstGeom>
            <a:solidFill>
              <a:srgbClr val="F8FBFB"/>
            </a:solidFill>
            <a:ln w="22225">
              <a:solidFill>
                <a:srgbClr val="10B8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uidance Eyebrow">
              <a:extLst>
                <a:ext uri="{FF2B5EF4-FFF2-40B4-BE49-F238E27FC236}">
                  <a16:creationId xmlns:a16="http://schemas.microsoft.com/office/drawing/2014/main" id="{35FBD23B-9172-CFE5-203F-DF50E51E8057}"/>
                </a:ext>
              </a:extLst>
            </p:cNvPr>
            <p:cNvSpPr txBox="1"/>
            <p:nvPr/>
          </p:nvSpPr>
          <p:spPr>
            <a:xfrm>
              <a:off x="9018939" y="4911312"/>
              <a:ext cx="2489200" cy="228600"/>
            </a:xfrm>
            <a:prstGeom prst="rect">
              <a:avLst/>
            </a:prstGeom>
            <a:noFill/>
          </p:spPr>
          <p:txBody>
            <a:bodyPr vert="horz" wrap="square" lIns="0" tIns="0" rIns="0" bIns="0" rtlCol="0" anchor="t">
              <a:noAutofit/>
            </a:bodyPr>
            <a:lstStyle/>
            <a:p>
              <a:r>
                <a:rPr lang="en-US" sz="1120" b="1">
                  <a:solidFill>
                    <a:srgbClr val="0F2844"/>
                  </a:solidFill>
                  <a:latin typeface="Aptos" panose="020B0004020202020204" pitchFamily="34" charset="0"/>
                </a:rPr>
                <a:t>HOW TO TAKE ACTION</a:t>
              </a:r>
            </a:p>
          </p:txBody>
        </p:sp>
        <p:cxnSp>
          <p:nvCxnSpPr>
            <p:cNvPr id="12" name="Guidance Header Rule">
              <a:extLst>
                <a:ext uri="{FF2B5EF4-FFF2-40B4-BE49-F238E27FC236}">
                  <a16:creationId xmlns:a16="http://schemas.microsoft.com/office/drawing/2014/main" id="{241E5B91-7F63-64CE-5BC3-5A55EF9C0B1B}"/>
                </a:ext>
              </a:extLst>
            </p:cNvPr>
            <p:cNvCxnSpPr/>
            <p:nvPr/>
          </p:nvCxnSpPr>
          <p:spPr>
            <a:xfrm>
              <a:off x="9018939" y="5241512"/>
              <a:ext cx="2489200" cy="0"/>
            </a:xfrm>
            <a:prstGeom prst="line">
              <a:avLst/>
            </a:prstGeom>
            <a:ln w="9525">
              <a:solidFill>
                <a:srgbClr val="C7DDDC"/>
              </a:solidFill>
            </a:ln>
          </p:spPr>
          <p:style>
            <a:lnRef idx="2">
              <a:schemeClr val="accent1"/>
            </a:lnRef>
            <a:fillRef idx="0">
              <a:schemeClr val="accent1"/>
            </a:fillRef>
            <a:effectRef idx="1">
              <a:schemeClr val="accent1"/>
            </a:effectRef>
            <a:fontRef idx="minor">
              <a:schemeClr val="tx1"/>
            </a:fontRef>
          </p:style>
        </p:cxnSp>
      </p:grpSp>
      <p:sp>
        <p:nvSpPr>
          <p:cNvPr id="3" name="Rectangle 2"/>
          <p:cNvSpPr/>
          <p:nvPr/>
        </p:nvSpPr>
        <p:spPr>
          <a:xfrm>
            <a:off x="0" y="0"/>
            <a:ext cx="12191695" cy="10515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55600"/>
            <a:ext cx="502920" cy="502920"/>
          </a:xfrm>
          <a:prstGeom prst="ellipse">
            <a:avLst/>
          </a:prstGeom>
          <a:solidFill>
            <a:srgbClr val="10B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53202"/>
            <a:ext cx="502920" cy="313932"/>
          </a:xfrm>
          <a:prstGeom prst="rect">
            <a:avLst/>
          </a:prstGeom>
          <a:noFill/>
        </p:spPr>
        <p:txBody>
          <a:bodyPr wrap="square" lIns="45720" tIns="18288" rIns="45720" bIns="18288" anchor="ctr">
            <a:spAutoFit/>
          </a:bodyPr>
          <a:lstStyle/>
          <a:p>
            <a:pPr algn="ctr"/>
            <a:r>
              <a:rPr lang="en-US" b="1">
                <a:solidFill>
                  <a:srgbClr val="FFFFFF"/>
                </a:solidFill>
                <a:latin typeface="Aptos" panose="020B0004020202020204" pitchFamily="34" charset="0"/>
              </a:rPr>
              <a:t>5</a:t>
            </a:r>
            <a:endParaRPr lang="en-US" b="1" i="0">
              <a:solidFill>
                <a:srgbClr val="FFFFFF"/>
              </a:solidFill>
              <a:latin typeface="Aptos" panose="020B0004020202020204" pitchFamily="34" charset="0"/>
            </a:endParaRPr>
          </a:p>
        </p:txBody>
      </p:sp>
      <p:sp>
        <p:nvSpPr>
          <p:cNvPr id="6" name="TextBox 5"/>
          <p:cNvSpPr txBox="1"/>
          <p:nvPr/>
        </p:nvSpPr>
        <p:spPr>
          <a:xfrm>
            <a:off x="1143000" y="414155"/>
            <a:ext cx="9601200" cy="406265"/>
          </a:xfrm>
          <a:prstGeom prst="rect">
            <a:avLst/>
          </a:prstGeom>
          <a:noFill/>
        </p:spPr>
        <p:txBody>
          <a:bodyPr wrap="square" lIns="45720" tIns="18288" rIns="45720" bIns="18288" anchor="b">
            <a:spAutoFit/>
          </a:bodyPr>
          <a:lstStyle/>
          <a:p>
            <a:pPr algn="l"/>
            <a:r>
              <a:rPr sz="2400" b="1" i="0">
                <a:solidFill>
                  <a:srgbClr val="10243E"/>
                </a:solidFill>
                <a:latin typeface="Aptos" panose="020B0004020202020204" pitchFamily="34" charset="0"/>
              </a:rPr>
              <a:t>Forecast (Credits)</a:t>
            </a:r>
          </a:p>
        </p:txBody>
      </p:sp>
      <p:sp>
        <p:nvSpPr>
          <p:cNvPr id="7" name="TextBox 6"/>
          <p:cNvSpPr txBox="1"/>
          <p:nvPr/>
        </p:nvSpPr>
        <p:spPr>
          <a:xfrm>
            <a:off x="1143000" y="788367"/>
            <a:ext cx="10515600" cy="244682"/>
          </a:xfrm>
          <a:prstGeom prst="rect">
            <a:avLst/>
          </a:prstGeom>
          <a:noFill/>
        </p:spPr>
        <p:txBody>
          <a:bodyPr wrap="square" lIns="45720" tIns="18288" rIns="45720" bIns="18288" anchor="t">
            <a:spAutoFit/>
          </a:bodyPr>
          <a:lstStyle/>
          <a:p>
            <a:pPr algn="l"/>
            <a:r>
              <a:rPr sz="1300" i="1">
                <a:solidFill>
                  <a:srgbClr val="627083"/>
                </a:solidFill>
                <a:latin typeface="Aptos" panose="020B0004020202020204" pitchFamily="34" charset="0"/>
              </a:rPr>
              <a:t>What does future consumption look like?</a:t>
            </a:r>
          </a:p>
        </p:txBody>
      </p:sp>
      <p:sp>
        <p:nvSpPr>
          <p:cNvPr id="8" name="Report Visual Frame"/>
          <p:cNvSpPr/>
          <p:nvPr/>
        </p:nvSpPr>
        <p:spPr>
          <a:xfrm>
            <a:off x="411480" y="1511300"/>
            <a:ext cx="8255000" cy="4787900"/>
          </a:xfrm>
          <a:prstGeom prst="rect">
            <a:avLst/>
          </a:prstGeom>
          <a:solidFill>
            <a:srgbClr val="FFFFFF"/>
          </a:solidFill>
          <a:ln w="19050">
            <a:solidFill>
              <a:srgbClr val="3A4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page_04.png"/>
          <p:cNvPicPr>
            <a:picLocks noChangeAspect="1"/>
          </p:cNvPicPr>
          <p:nvPr/>
        </p:nvPicPr>
        <p:blipFill>
          <a:blip r:embed="rId3"/>
          <a:stretch>
            <a:fillRect/>
          </a:stretch>
        </p:blipFill>
        <p:spPr>
          <a:xfrm>
            <a:off x="504163" y="1574800"/>
            <a:ext cx="8059475" cy="4660900"/>
          </a:xfrm>
          <a:prstGeom prst="rect">
            <a:avLst/>
          </a:prstGeom>
        </p:spPr>
      </p:pic>
      <p:sp>
        <p:nvSpPr>
          <p:cNvPr id="13" name="Report Page Label"/>
          <p:cNvSpPr txBox="1"/>
          <p:nvPr/>
        </p:nvSpPr>
        <p:spPr>
          <a:xfrm>
            <a:off x="457200" y="1219199"/>
            <a:ext cx="8153400" cy="160941"/>
          </a:xfrm>
          <a:prstGeom prst="rect">
            <a:avLst/>
          </a:prstGeom>
          <a:noFill/>
        </p:spPr>
        <p:txBody>
          <a:bodyPr wrap="square" lIns="0" tIns="0" rIns="0" bIns="0" anchor="t">
            <a:noAutofit/>
          </a:bodyPr>
          <a:lstStyle/>
          <a:p>
            <a:pPr algn="l">
              <a:lnSpc>
                <a:spcPct val="102000"/>
              </a:lnSpc>
              <a:spcAft>
                <a:spcPts val="600"/>
              </a:spcAft>
            </a:pPr>
            <a:r>
              <a:rPr lang="en-US" sz="1050" b="1" i="0">
                <a:solidFill>
                  <a:srgbClr val="3A4855"/>
                </a:solidFill>
                <a:latin typeface="Aptos" panose="020B0004020202020204" pitchFamily="34" charset="0"/>
              </a:rPr>
              <a:t>CREDIT FORECAST</a:t>
            </a:r>
            <a:endParaRPr sz="1050" b="1" i="0">
              <a:solidFill>
                <a:srgbClr val="3A4855"/>
              </a:solidFill>
              <a:latin typeface="Aptos" panose="020B0004020202020204" pitchFamily="34" charset="0"/>
            </a:endParaRPr>
          </a:p>
        </p:txBody>
      </p:sp>
      <p:sp>
        <p:nvSpPr>
          <p:cNvPr id="16" name="Theme Top Rule">
            <a:extLst>
              <a:ext uri="{FF2B5EF4-FFF2-40B4-BE49-F238E27FC236}">
                <a16:creationId xmlns:a16="http://schemas.microsoft.com/office/drawing/2014/main" id="{F4BE6588-3EFD-B4E4-D4C2-83263F719720}"/>
              </a:ext>
            </a:extLst>
          </p:cNvPr>
          <p:cNvSpPr/>
          <p:nvPr/>
        </p:nvSpPr>
        <p:spPr>
          <a:xfrm>
            <a:off x="0" y="0"/>
            <a:ext cx="12192000" cy="38100"/>
          </a:xfrm>
          <a:prstGeom prst="rect">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heme Footer">
            <a:extLst>
              <a:ext uri="{FF2B5EF4-FFF2-40B4-BE49-F238E27FC236}">
                <a16:creationId xmlns:a16="http://schemas.microsoft.com/office/drawing/2014/main" id="{1139FEAD-4417-3A85-3A63-1157B0EC087F}"/>
              </a:ext>
            </a:extLst>
          </p:cNvPr>
          <p:cNvSpPr txBox="1"/>
          <p:nvPr/>
        </p:nvSpPr>
        <p:spPr>
          <a:xfrm>
            <a:off x="566420" y="6705600"/>
            <a:ext cx="11059160" cy="107722"/>
          </a:xfrm>
          <a:prstGeom prst="rect">
            <a:avLst/>
          </a:prstGeom>
          <a:noFill/>
        </p:spPr>
        <p:txBody>
          <a:bodyPr vert="horz" lIns="0" tIns="0" rIns="0" bIns="0" rtlCol="0">
            <a:spAutoFit/>
          </a:bodyPr>
          <a:lstStyle/>
          <a:p>
            <a:pPr algn="r"/>
            <a:r>
              <a:rPr lang="en-US" sz="700" b="1">
                <a:solidFill>
                  <a:srgbClr val="627083"/>
                </a:solidFill>
                <a:latin typeface="Aptos" panose="020B0004020202020204" pitchFamily="34" charset="0"/>
              </a:rPr>
              <a:t>COWORK CREDIT CHARGEBACK</a:t>
            </a:r>
          </a:p>
        </p:txBody>
      </p:sp>
      <p:sp>
        <p:nvSpPr>
          <p:cNvPr id="40" name="Guidance Panel">
            <a:extLst>
              <a:ext uri="{FF2B5EF4-FFF2-40B4-BE49-F238E27FC236}">
                <a16:creationId xmlns:a16="http://schemas.microsoft.com/office/drawing/2014/main" id="{8C40AF2B-15A1-0AC6-A1F1-58530DE3A77C}"/>
              </a:ext>
            </a:extLst>
          </p:cNvPr>
          <p:cNvSpPr/>
          <p:nvPr/>
        </p:nvSpPr>
        <p:spPr>
          <a:xfrm>
            <a:off x="8839200" y="1219200"/>
            <a:ext cx="2946400" cy="3349214"/>
          </a:xfrm>
          <a:prstGeom prst="roundRect">
            <a:avLst>
              <a:gd name="adj" fmla="val 3000"/>
            </a:avLst>
          </a:prstGeom>
          <a:solidFill>
            <a:srgbClr val="F8FBFB"/>
          </a:solidFill>
          <a:ln w="22225">
            <a:solidFill>
              <a:srgbClr val="10B8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Guidance Eyebrow">
            <a:extLst>
              <a:ext uri="{FF2B5EF4-FFF2-40B4-BE49-F238E27FC236}">
                <a16:creationId xmlns:a16="http://schemas.microsoft.com/office/drawing/2014/main" id="{1C66375F-5DE1-E684-91F4-C050E47C0919}"/>
              </a:ext>
            </a:extLst>
          </p:cNvPr>
          <p:cNvSpPr txBox="1"/>
          <p:nvPr/>
        </p:nvSpPr>
        <p:spPr>
          <a:xfrm>
            <a:off x="9067800" y="1371600"/>
            <a:ext cx="2489200" cy="228600"/>
          </a:xfrm>
          <a:prstGeom prst="rect">
            <a:avLst/>
          </a:prstGeom>
          <a:noFill/>
        </p:spPr>
        <p:txBody>
          <a:bodyPr vert="horz" wrap="square" lIns="0" tIns="0" rIns="0" bIns="0" rtlCol="0" anchor="t">
            <a:noAutofit/>
          </a:bodyPr>
          <a:lstStyle/>
          <a:p>
            <a:r>
              <a:rPr lang="en-US" sz="1120" b="1">
                <a:solidFill>
                  <a:srgbClr val="0F2844"/>
                </a:solidFill>
                <a:latin typeface="Aptos" panose="020B0004020202020204" pitchFamily="34" charset="0"/>
              </a:rPr>
              <a:t>HOW TO READ THIS PAGE</a:t>
            </a:r>
          </a:p>
        </p:txBody>
      </p:sp>
      <p:cxnSp>
        <p:nvCxnSpPr>
          <p:cNvPr id="42" name="Guidance Header Rule">
            <a:extLst>
              <a:ext uri="{FF2B5EF4-FFF2-40B4-BE49-F238E27FC236}">
                <a16:creationId xmlns:a16="http://schemas.microsoft.com/office/drawing/2014/main" id="{58CB1CE0-8038-E8A7-8B61-1427712A505F}"/>
              </a:ext>
            </a:extLst>
          </p:cNvPr>
          <p:cNvCxnSpPr/>
          <p:nvPr/>
        </p:nvCxnSpPr>
        <p:spPr>
          <a:xfrm>
            <a:off x="9067800" y="1701800"/>
            <a:ext cx="2489200" cy="0"/>
          </a:xfrm>
          <a:prstGeom prst="line">
            <a:avLst/>
          </a:prstGeom>
          <a:ln w="9525">
            <a:solidFill>
              <a:srgbClr val="C7DDDC"/>
            </a:solidFill>
          </a:ln>
        </p:spPr>
        <p:style>
          <a:lnRef idx="2">
            <a:schemeClr val="accent1"/>
          </a:lnRef>
          <a:fillRef idx="0">
            <a:schemeClr val="accent1"/>
          </a:fillRef>
          <a:effectRef idx="1">
            <a:schemeClr val="accent1"/>
          </a:effectRef>
          <a:fontRef idx="minor">
            <a:schemeClr val="tx1"/>
          </a:fontRef>
        </p:style>
      </p:cxnSp>
      <p:sp>
        <p:nvSpPr>
          <p:cNvPr id="43" name="Guidance Step Number 1">
            <a:extLst>
              <a:ext uri="{FF2B5EF4-FFF2-40B4-BE49-F238E27FC236}">
                <a16:creationId xmlns:a16="http://schemas.microsoft.com/office/drawing/2014/main" id="{F558D367-954A-3282-3191-C2E6545A77BC}"/>
              </a:ext>
            </a:extLst>
          </p:cNvPr>
          <p:cNvSpPr/>
          <p:nvPr/>
        </p:nvSpPr>
        <p:spPr>
          <a:xfrm>
            <a:off x="9067800" y="1828800"/>
            <a:ext cx="228600" cy="2286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1</a:t>
            </a:r>
          </a:p>
        </p:txBody>
      </p:sp>
      <p:sp>
        <p:nvSpPr>
          <p:cNvPr id="44" name="Guidance Step Label 1">
            <a:extLst>
              <a:ext uri="{FF2B5EF4-FFF2-40B4-BE49-F238E27FC236}">
                <a16:creationId xmlns:a16="http://schemas.microsoft.com/office/drawing/2014/main" id="{DA5991A0-2D8B-EABB-A2D5-1253FC1BE178}"/>
              </a:ext>
            </a:extLst>
          </p:cNvPr>
          <p:cNvSpPr txBox="1"/>
          <p:nvPr/>
        </p:nvSpPr>
        <p:spPr>
          <a:xfrm>
            <a:off x="9398000" y="1841500"/>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SET THE SCENARIO</a:t>
            </a:r>
          </a:p>
        </p:txBody>
      </p:sp>
      <p:sp>
        <p:nvSpPr>
          <p:cNvPr id="45" name="Guidance Step Body 1">
            <a:extLst>
              <a:ext uri="{FF2B5EF4-FFF2-40B4-BE49-F238E27FC236}">
                <a16:creationId xmlns:a16="http://schemas.microsoft.com/office/drawing/2014/main" id="{F77E88F4-9242-7E6E-D888-97AC112A533C}"/>
              </a:ext>
            </a:extLst>
          </p:cNvPr>
          <p:cNvSpPr txBox="1"/>
          <p:nvPr/>
        </p:nvSpPr>
        <p:spPr>
          <a:xfrm>
            <a:off x="9067800" y="2120899"/>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Set horizon, growth, prepaid capacity, and rate assumptions.</a:t>
            </a:r>
          </a:p>
        </p:txBody>
      </p:sp>
      <p:sp>
        <p:nvSpPr>
          <p:cNvPr id="46" name="Guidance Step Number 2">
            <a:extLst>
              <a:ext uri="{FF2B5EF4-FFF2-40B4-BE49-F238E27FC236}">
                <a16:creationId xmlns:a16="http://schemas.microsoft.com/office/drawing/2014/main" id="{6D0D2223-C569-5CCB-6407-EDB1A0688C4D}"/>
              </a:ext>
            </a:extLst>
          </p:cNvPr>
          <p:cNvSpPr/>
          <p:nvPr/>
        </p:nvSpPr>
        <p:spPr>
          <a:xfrm>
            <a:off x="9067800" y="2848001"/>
            <a:ext cx="228600" cy="2286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2</a:t>
            </a:r>
          </a:p>
        </p:txBody>
      </p:sp>
      <p:sp>
        <p:nvSpPr>
          <p:cNvPr id="47" name="Guidance Step Label 2">
            <a:extLst>
              <a:ext uri="{FF2B5EF4-FFF2-40B4-BE49-F238E27FC236}">
                <a16:creationId xmlns:a16="http://schemas.microsoft.com/office/drawing/2014/main" id="{1DF94A7E-F520-084B-1328-55DA60A82792}"/>
              </a:ext>
            </a:extLst>
          </p:cNvPr>
          <p:cNvSpPr txBox="1"/>
          <p:nvPr/>
        </p:nvSpPr>
        <p:spPr>
          <a:xfrm>
            <a:off x="9398000" y="2860701"/>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READ THE OUTLOOK</a:t>
            </a:r>
          </a:p>
        </p:txBody>
      </p:sp>
      <p:sp>
        <p:nvSpPr>
          <p:cNvPr id="48" name="Guidance Step Body 2">
            <a:extLst>
              <a:ext uri="{FF2B5EF4-FFF2-40B4-BE49-F238E27FC236}">
                <a16:creationId xmlns:a16="http://schemas.microsoft.com/office/drawing/2014/main" id="{BB022968-F0C1-FA1C-D235-843E01C608D0}"/>
              </a:ext>
            </a:extLst>
          </p:cNvPr>
          <p:cNvSpPr txBox="1"/>
          <p:nvPr/>
        </p:nvSpPr>
        <p:spPr>
          <a:xfrm>
            <a:off x="9067800" y="3140100"/>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Compare current and projected credits plus capacity utilization.</a:t>
            </a:r>
          </a:p>
        </p:txBody>
      </p:sp>
      <p:grpSp>
        <p:nvGrpSpPr>
          <p:cNvPr id="15" name="Group 14">
            <a:extLst>
              <a:ext uri="{FF2B5EF4-FFF2-40B4-BE49-F238E27FC236}">
                <a16:creationId xmlns:a16="http://schemas.microsoft.com/office/drawing/2014/main" id="{9517C428-114B-0F2E-E0A0-9D944951AFF4}"/>
              </a:ext>
            </a:extLst>
          </p:cNvPr>
          <p:cNvGrpSpPr/>
          <p:nvPr/>
        </p:nvGrpSpPr>
        <p:grpSpPr>
          <a:xfrm>
            <a:off x="9077960" y="3792259"/>
            <a:ext cx="2489200" cy="965199"/>
            <a:chOff x="9067800" y="4555712"/>
            <a:chExt cx="2489200" cy="965199"/>
          </a:xfrm>
        </p:grpSpPr>
        <p:sp>
          <p:nvSpPr>
            <p:cNvPr id="49" name="Guidance Step Number 3">
              <a:extLst>
                <a:ext uri="{FF2B5EF4-FFF2-40B4-BE49-F238E27FC236}">
                  <a16:creationId xmlns:a16="http://schemas.microsoft.com/office/drawing/2014/main" id="{B45B77B1-D169-168C-CF48-A50F472CEAD6}"/>
                </a:ext>
              </a:extLst>
            </p:cNvPr>
            <p:cNvSpPr/>
            <p:nvPr/>
          </p:nvSpPr>
          <p:spPr>
            <a:xfrm>
              <a:off x="9067800" y="4555712"/>
              <a:ext cx="228600" cy="2286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a:solidFill>
                    <a:srgbClr val="FFFFFF"/>
                  </a:solidFill>
                  <a:latin typeface="Aptos" panose="020B0004020202020204" pitchFamily="34" charset="0"/>
                </a:rPr>
                <a:t>3</a:t>
              </a:r>
            </a:p>
          </p:txBody>
        </p:sp>
        <p:sp>
          <p:nvSpPr>
            <p:cNvPr id="50" name="Guidance Step Label 3">
              <a:extLst>
                <a:ext uri="{FF2B5EF4-FFF2-40B4-BE49-F238E27FC236}">
                  <a16:creationId xmlns:a16="http://schemas.microsoft.com/office/drawing/2014/main" id="{CC84059F-BE6D-7CA5-E763-06764C591A46}"/>
                </a:ext>
              </a:extLst>
            </p:cNvPr>
            <p:cNvSpPr txBox="1"/>
            <p:nvPr/>
          </p:nvSpPr>
          <p:spPr>
            <a:xfrm>
              <a:off x="9398000" y="4589352"/>
              <a:ext cx="2159000" cy="177800"/>
            </a:xfrm>
            <a:prstGeom prst="rect">
              <a:avLst/>
            </a:prstGeom>
            <a:noFill/>
          </p:spPr>
          <p:txBody>
            <a:bodyPr vert="horz" wrap="square" lIns="0" tIns="0" rIns="0" bIns="0" rtlCol="0" anchor="t">
              <a:noAutofit/>
            </a:bodyPr>
            <a:lstStyle/>
            <a:p>
              <a:r>
                <a:rPr lang="en-US" sz="870" b="1">
                  <a:solidFill>
                    <a:srgbClr val="0F2844"/>
                  </a:solidFill>
                  <a:latin typeface="Aptos" panose="020B0004020202020204" pitchFamily="34" charset="0"/>
                </a:rPr>
                <a:t>TEST CAPACITY</a:t>
              </a:r>
            </a:p>
          </p:txBody>
        </p:sp>
        <p:sp>
          <p:nvSpPr>
            <p:cNvPr id="51" name="Guidance Step Body 3">
              <a:extLst>
                <a:ext uri="{FF2B5EF4-FFF2-40B4-BE49-F238E27FC236}">
                  <a16:creationId xmlns:a16="http://schemas.microsoft.com/office/drawing/2014/main" id="{55CFC170-A5B8-719C-0F72-74A45DB81B7B}"/>
                </a:ext>
              </a:extLst>
            </p:cNvPr>
            <p:cNvSpPr txBox="1"/>
            <p:nvPr/>
          </p:nvSpPr>
          <p:spPr>
            <a:xfrm>
              <a:off x="9067800" y="4847811"/>
              <a:ext cx="2489200" cy="673100"/>
            </a:xfrm>
            <a:prstGeom prst="rect">
              <a:avLst/>
            </a:prstGeom>
            <a:noFill/>
          </p:spPr>
          <p:txBody>
            <a:bodyPr vert="horz" wrap="square" lIns="0" tIns="0" rIns="0" bIns="0" rtlCol="0" anchor="t">
              <a:noAutofit/>
            </a:bodyPr>
            <a:lstStyle/>
            <a:p>
              <a:r>
                <a:rPr lang="en-US" sz="1000">
                  <a:solidFill>
                    <a:srgbClr val="1C2B34"/>
                  </a:solidFill>
                  <a:latin typeface="Aptos" panose="020B0004020202020204" pitchFamily="34" charset="0"/>
                </a:rPr>
                <a:t>Compare projected demand with prepaid capacity month by month.</a:t>
              </a:r>
            </a:p>
          </p:txBody>
        </p:sp>
      </p:grpSp>
      <p:sp>
        <p:nvSpPr>
          <p:cNvPr id="55" name="Guidance Marker Halo 1">
            <a:extLst>
              <a:ext uri="{FF2B5EF4-FFF2-40B4-BE49-F238E27FC236}">
                <a16:creationId xmlns:a16="http://schemas.microsoft.com/office/drawing/2014/main" id="{A35C6EE4-09B5-5A79-909F-11948746CE63}"/>
              </a:ext>
            </a:extLst>
          </p:cNvPr>
          <p:cNvSpPr/>
          <p:nvPr/>
        </p:nvSpPr>
        <p:spPr>
          <a:xfrm>
            <a:off x="7723985" y="2485898"/>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Guidance Leader 1">
            <a:extLst>
              <a:ext uri="{FF2B5EF4-FFF2-40B4-BE49-F238E27FC236}">
                <a16:creationId xmlns:a16="http://schemas.microsoft.com/office/drawing/2014/main" id="{0154A950-F6B3-2C70-4528-55A31B171FA3}"/>
              </a:ext>
            </a:extLst>
          </p:cNvPr>
          <p:cNvCxnSpPr/>
          <p:nvPr/>
        </p:nvCxnSpPr>
        <p:spPr>
          <a:xfrm flipH="1">
            <a:off x="7546185" y="2600198"/>
            <a:ext cx="292100" cy="0"/>
          </a:xfrm>
          <a:prstGeom prst="line">
            <a:avLst/>
          </a:prstGeom>
          <a:ln w="19050">
            <a:solidFill>
              <a:srgbClr val="10B8B1"/>
            </a:solidFill>
            <a:tailEnd type="triangle"/>
          </a:ln>
        </p:spPr>
        <p:style>
          <a:lnRef idx="2">
            <a:schemeClr val="accent1"/>
          </a:lnRef>
          <a:fillRef idx="0">
            <a:schemeClr val="accent1"/>
          </a:fillRef>
          <a:effectRef idx="1">
            <a:schemeClr val="accent1"/>
          </a:effectRef>
          <a:fontRef idx="minor">
            <a:schemeClr val="tx1"/>
          </a:fontRef>
        </p:style>
      </p:cxnSp>
      <p:sp>
        <p:nvSpPr>
          <p:cNvPr id="57" name="Guidance Marker 1">
            <a:extLst>
              <a:ext uri="{FF2B5EF4-FFF2-40B4-BE49-F238E27FC236}">
                <a16:creationId xmlns:a16="http://schemas.microsoft.com/office/drawing/2014/main" id="{23BB24F7-F8EA-0137-BA39-AED97115B23D}"/>
              </a:ext>
            </a:extLst>
          </p:cNvPr>
          <p:cNvSpPr/>
          <p:nvPr/>
        </p:nvSpPr>
        <p:spPr>
          <a:xfrm>
            <a:off x="7755735" y="2517648"/>
            <a:ext cx="165100" cy="1651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50" b="1">
                <a:solidFill>
                  <a:srgbClr val="FFFFFF"/>
                </a:solidFill>
                <a:latin typeface="Aptos" panose="020B0004020202020204" pitchFamily="34" charset="0"/>
              </a:rPr>
              <a:t>1</a:t>
            </a:r>
          </a:p>
        </p:txBody>
      </p:sp>
      <p:sp>
        <p:nvSpPr>
          <p:cNvPr id="58" name="Guidance Marker Halo 2">
            <a:extLst>
              <a:ext uri="{FF2B5EF4-FFF2-40B4-BE49-F238E27FC236}">
                <a16:creationId xmlns:a16="http://schemas.microsoft.com/office/drawing/2014/main" id="{74D91B9E-2B41-14B1-BF15-3727DB06CE38}"/>
              </a:ext>
            </a:extLst>
          </p:cNvPr>
          <p:cNvSpPr/>
          <p:nvPr/>
        </p:nvSpPr>
        <p:spPr>
          <a:xfrm>
            <a:off x="4258411" y="2718943"/>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Guidance Leader 2">
            <a:extLst>
              <a:ext uri="{FF2B5EF4-FFF2-40B4-BE49-F238E27FC236}">
                <a16:creationId xmlns:a16="http://schemas.microsoft.com/office/drawing/2014/main" id="{427BC5A4-0E13-68E7-FE7C-1547CB3FA105}"/>
              </a:ext>
            </a:extLst>
          </p:cNvPr>
          <p:cNvCxnSpPr/>
          <p:nvPr/>
        </p:nvCxnSpPr>
        <p:spPr>
          <a:xfrm>
            <a:off x="4372711" y="2833243"/>
            <a:ext cx="317500" cy="127000"/>
          </a:xfrm>
          <a:prstGeom prst="line">
            <a:avLst/>
          </a:prstGeom>
          <a:ln w="19050">
            <a:solidFill>
              <a:srgbClr val="10B8B1"/>
            </a:solidFill>
            <a:tailEnd type="triangle"/>
          </a:ln>
        </p:spPr>
        <p:style>
          <a:lnRef idx="2">
            <a:schemeClr val="accent1"/>
          </a:lnRef>
          <a:fillRef idx="0">
            <a:schemeClr val="accent1"/>
          </a:fillRef>
          <a:effectRef idx="1">
            <a:schemeClr val="accent1"/>
          </a:effectRef>
          <a:fontRef idx="minor">
            <a:schemeClr val="tx1"/>
          </a:fontRef>
        </p:style>
      </p:cxnSp>
      <p:sp>
        <p:nvSpPr>
          <p:cNvPr id="60" name="Guidance Marker 2">
            <a:extLst>
              <a:ext uri="{FF2B5EF4-FFF2-40B4-BE49-F238E27FC236}">
                <a16:creationId xmlns:a16="http://schemas.microsoft.com/office/drawing/2014/main" id="{F5AF7B12-50F4-CD18-F16D-309003CA61EB}"/>
              </a:ext>
            </a:extLst>
          </p:cNvPr>
          <p:cNvSpPr/>
          <p:nvPr/>
        </p:nvSpPr>
        <p:spPr>
          <a:xfrm>
            <a:off x="4290161" y="2750693"/>
            <a:ext cx="165100" cy="1651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50" b="1">
                <a:solidFill>
                  <a:srgbClr val="FFFFFF"/>
                </a:solidFill>
                <a:latin typeface="Aptos" panose="020B0004020202020204" pitchFamily="34" charset="0"/>
              </a:rPr>
              <a:t>2</a:t>
            </a:r>
          </a:p>
        </p:txBody>
      </p:sp>
      <p:sp>
        <p:nvSpPr>
          <p:cNvPr id="61" name="Guidance Marker Halo 3">
            <a:extLst>
              <a:ext uri="{FF2B5EF4-FFF2-40B4-BE49-F238E27FC236}">
                <a16:creationId xmlns:a16="http://schemas.microsoft.com/office/drawing/2014/main" id="{2925C2D1-74E5-4DA0-53F5-0297C2751EAD}"/>
              </a:ext>
            </a:extLst>
          </p:cNvPr>
          <p:cNvSpPr/>
          <p:nvPr/>
        </p:nvSpPr>
        <p:spPr>
          <a:xfrm>
            <a:off x="5628522" y="3697732"/>
            <a:ext cx="228600" cy="228600"/>
          </a:xfrm>
          <a:prstGeom prst="ellipse">
            <a:avLst/>
          </a:prstGeom>
          <a:solidFill>
            <a:srgbClr val="FFFFFF">
              <a:alpha val="82000"/>
            </a:srgb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Guidance Leader 3">
            <a:extLst>
              <a:ext uri="{FF2B5EF4-FFF2-40B4-BE49-F238E27FC236}">
                <a16:creationId xmlns:a16="http://schemas.microsoft.com/office/drawing/2014/main" id="{F0E25E85-259B-B68B-45D2-F7B014491EF3}"/>
              </a:ext>
            </a:extLst>
          </p:cNvPr>
          <p:cNvCxnSpPr/>
          <p:nvPr/>
        </p:nvCxnSpPr>
        <p:spPr>
          <a:xfrm flipV="1">
            <a:off x="5742822" y="3558032"/>
            <a:ext cx="0" cy="254000"/>
          </a:xfrm>
          <a:prstGeom prst="line">
            <a:avLst/>
          </a:prstGeom>
          <a:ln w="19050">
            <a:solidFill>
              <a:srgbClr val="10B8B1"/>
            </a:solidFill>
            <a:tailEnd type="triangle"/>
          </a:ln>
        </p:spPr>
        <p:style>
          <a:lnRef idx="2">
            <a:schemeClr val="accent1"/>
          </a:lnRef>
          <a:fillRef idx="0">
            <a:schemeClr val="accent1"/>
          </a:fillRef>
          <a:effectRef idx="1">
            <a:schemeClr val="accent1"/>
          </a:effectRef>
          <a:fontRef idx="minor">
            <a:schemeClr val="tx1"/>
          </a:fontRef>
        </p:style>
      </p:cxnSp>
      <p:sp>
        <p:nvSpPr>
          <p:cNvPr id="63" name="Guidance Marker 3">
            <a:extLst>
              <a:ext uri="{FF2B5EF4-FFF2-40B4-BE49-F238E27FC236}">
                <a16:creationId xmlns:a16="http://schemas.microsoft.com/office/drawing/2014/main" id="{F7ACDCC7-4AB8-32C0-5526-78E22C8CD939}"/>
              </a:ext>
            </a:extLst>
          </p:cNvPr>
          <p:cNvSpPr/>
          <p:nvPr/>
        </p:nvSpPr>
        <p:spPr>
          <a:xfrm>
            <a:off x="5660272" y="3729482"/>
            <a:ext cx="165100" cy="165100"/>
          </a:xfrm>
          <a:prstGeom prst="ellipse">
            <a:avLst/>
          </a:prstGeom>
          <a:solidFill>
            <a:srgbClr val="10B8B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50" b="1">
                <a:solidFill>
                  <a:srgbClr val="FFFFFF"/>
                </a:solidFill>
                <a:latin typeface="Aptos" panose="020B0004020202020204" pitchFamily="34" charset="0"/>
              </a:rPr>
              <a:t>3</a:t>
            </a:r>
          </a:p>
        </p:txBody>
      </p:sp>
      <p:sp>
        <p:nvSpPr>
          <p:cNvPr id="19" name="Guidance Step Body 4">
            <a:extLst>
              <a:ext uri="{FF2B5EF4-FFF2-40B4-BE49-F238E27FC236}">
                <a16:creationId xmlns:a16="http://schemas.microsoft.com/office/drawing/2014/main" id="{F3A1982F-D181-1544-6F45-C96A6806C90A}"/>
              </a:ext>
            </a:extLst>
          </p:cNvPr>
          <p:cNvSpPr txBox="1"/>
          <p:nvPr/>
        </p:nvSpPr>
        <p:spPr>
          <a:xfrm>
            <a:off x="9067800" y="5378185"/>
            <a:ext cx="2489200" cy="673100"/>
          </a:xfrm>
          <a:prstGeom prst="rect">
            <a:avLst/>
          </a:prstGeom>
          <a:noFill/>
        </p:spPr>
        <p:txBody>
          <a:bodyPr vert="horz" wrap="square" lIns="0" tIns="0" rIns="0" bIns="0" rtlCol="0" anchor="t">
            <a:noAutofit/>
          </a:bodyPr>
          <a:lstStyle/>
          <a:p>
            <a:r>
              <a:rPr lang="en-US" sz="1000" dirty="0">
                <a:solidFill>
                  <a:srgbClr val="1C2B34"/>
                </a:solidFill>
                <a:latin typeface="Aptos" panose="020B0004020202020204" pitchFamily="34" charset="0"/>
              </a:rPr>
              <a:t>Identify when demand may exceed available capacity. Leverage the 3-, 6-, 9-, and 12-month views to plan budgets, evaluate credit needs, and avoid future capacity constraints.</a:t>
            </a:r>
          </a:p>
        </p:txBody>
      </p:sp>
    </p:spTree>
    <p:extLst>
      <p:ext uri="{BB962C8B-B14F-4D97-AF65-F5344CB8AC3E}">
        <p14:creationId xmlns:p14="http://schemas.microsoft.com/office/powerpoint/2010/main" val="2313983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84079-DA0D-3F9C-5E4D-FA8A4481FC0F}"/>
            </a:ext>
          </a:extLst>
        </p:cNvPr>
        <p:cNvGrpSpPr/>
        <p:nvPr/>
      </p:nvGrpSpPr>
      <p:grpSpPr>
        <a:xfrm>
          <a:off x="0" y="0"/>
          <a:ext cx="0" cy="0"/>
          <a:chOff x="0" y="0"/>
          <a:chExt cx="0" cy="0"/>
        </a:xfrm>
      </p:grpSpPr>
      <p:sp>
        <p:nvSpPr>
          <p:cNvPr id="2" name="Shape 2">
            <a:extLst>
              <a:ext uri="{FF2B5EF4-FFF2-40B4-BE49-F238E27FC236}">
                <a16:creationId xmlns:a16="http://schemas.microsoft.com/office/drawing/2014/main" id="{01C90C4F-5EDB-F1F9-FE69-F3179643BC55}"/>
              </a:ext>
            </a:extLst>
          </p:cNvPr>
          <p:cNvSpPr/>
          <p:nvPr/>
        </p:nvSpPr>
        <p:spPr>
          <a:xfrm>
            <a:off x="0" y="0"/>
            <a:ext cx="12192000" cy="6858000"/>
          </a:xfrm>
          <a:prstGeom prst="rect">
            <a:avLst/>
          </a:prstGeom>
          <a:solidFill>
            <a:srgbClr val="10243E"/>
          </a:solidFill>
          <a:ln>
            <a:noFill/>
          </a:ln>
        </p:spPr>
        <p:txBody>
          <a:bodyPr/>
          <a:lstStyle/>
          <a:p>
            <a:pPr algn="l">
              <a:buNone/>
            </a:pPr>
            <a:endParaRPr lang="en-US" sz="1800">
              <a:latin typeface="Aptos"/>
            </a:endParaRPr>
          </a:p>
        </p:txBody>
      </p:sp>
      <p:sp>
        <p:nvSpPr>
          <p:cNvPr id="3" name="Shape 3">
            <a:extLst>
              <a:ext uri="{FF2B5EF4-FFF2-40B4-BE49-F238E27FC236}">
                <a16:creationId xmlns:a16="http://schemas.microsoft.com/office/drawing/2014/main" id="{18CF1541-A514-F81E-06C6-037969647327}"/>
              </a:ext>
            </a:extLst>
          </p:cNvPr>
          <p:cNvSpPr/>
          <p:nvPr/>
        </p:nvSpPr>
        <p:spPr>
          <a:xfrm>
            <a:off x="7955280" y="0"/>
            <a:ext cx="4236720" cy="6858000"/>
          </a:xfrm>
          <a:prstGeom prst="rect">
            <a:avLst/>
          </a:prstGeom>
          <a:solidFill>
            <a:srgbClr val="10B8B1"/>
          </a:solidFill>
          <a:ln>
            <a:noFill/>
          </a:ln>
        </p:spPr>
        <p:txBody>
          <a:bodyPr/>
          <a:lstStyle/>
          <a:p>
            <a:pPr algn="l">
              <a:buNone/>
            </a:pPr>
            <a:endParaRPr lang="en-US" sz="1800">
              <a:latin typeface="Aptos"/>
            </a:endParaRPr>
          </a:p>
        </p:txBody>
      </p:sp>
      <p:sp>
        <p:nvSpPr>
          <p:cNvPr id="10" name="Text 4">
            <a:extLst>
              <a:ext uri="{FF2B5EF4-FFF2-40B4-BE49-F238E27FC236}">
                <a16:creationId xmlns:a16="http://schemas.microsoft.com/office/drawing/2014/main" id="{AA3CF454-8CA7-8D66-1AEE-7FA8C8AB28FF}"/>
              </a:ext>
            </a:extLst>
          </p:cNvPr>
          <p:cNvSpPr/>
          <p:nvPr/>
        </p:nvSpPr>
        <p:spPr>
          <a:xfrm>
            <a:off x="731520" y="1803400"/>
            <a:ext cx="7112000" cy="6985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00" b="1" i="0" u="none" strike="noStrike" kern="1200" cap="none" spc="0" normalizeH="0" baseline="0" noProof="0">
                <a:ln>
                  <a:noFill/>
                </a:ln>
                <a:solidFill>
                  <a:srgbClr val="FFFFFF"/>
                </a:solidFill>
                <a:effectLst/>
                <a:uLnTx/>
                <a:uFillTx/>
                <a:latin typeface="Aptos Display" panose="020B0004020202020204" pitchFamily="34" charset="0"/>
                <a:ea typeface="+mn-ea"/>
                <a:cs typeface="+mn-cs"/>
              </a:rPr>
              <a:t>Web Apps</a:t>
            </a:r>
          </a:p>
        </p:txBody>
      </p:sp>
      <p:sp>
        <p:nvSpPr>
          <p:cNvPr id="5" name="Theme Footer">
            <a:extLst>
              <a:ext uri="{FF2B5EF4-FFF2-40B4-BE49-F238E27FC236}">
                <a16:creationId xmlns:a16="http://schemas.microsoft.com/office/drawing/2014/main" id="{4A6A2A40-5B6B-64CA-DA6D-0E1F55FFDF06}"/>
              </a:ext>
            </a:extLst>
          </p:cNvPr>
          <p:cNvSpPr txBox="1"/>
          <p:nvPr/>
        </p:nvSpPr>
        <p:spPr>
          <a:xfrm>
            <a:off x="566420" y="6705600"/>
            <a:ext cx="11059160" cy="107722"/>
          </a:xfrm>
          <a:prstGeom prst="rect">
            <a:avLst/>
          </a:prstGeom>
          <a:noFill/>
        </p:spPr>
        <p:txBody>
          <a:bodyPr vert="horz" lIns="0" tIns="0" rIns="0" bIns="0" rtlCol="0">
            <a:spAutoFit/>
          </a:bodyPr>
          <a:lstStyle/>
          <a:p>
            <a:pPr algn="r"/>
            <a:r>
              <a:rPr lang="en-US" sz="700" b="1">
                <a:solidFill>
                  <a:srgbClr val="CBD5E1"/>
                </a:solidFill>
                <a:latin typeface="Aptos" panose="020B0004020202020204" pitchFamily="34" charset="0"/>
              </a:rPr>
              <a:t>COWORK CREDIT CHARGEBACK</a:t>
            </a:r>
          </a:p>
        </p:txBody>
      </p:sp>
    </p:spTree>
    <p:extLst>
      <p:ext uri="{BB962C8B-B14F-4D97-AF65-F5344CB8AC3E}">
        <p14:creationId xmlns:p14="http://schemas.microsoft.com/office/powerpoint/2010/main" val="965411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F4C0EC0D-4D83-C02B-9759-A5F63DAE01E0}"/>
              </a:ext>
            </a:extLst>
          </p:cNvPr>
          <p:cNvSpPr/>
          <p:nvPr/>
        </p:nvSpPr>
        <p:spPr>
          <a:xfrm>
            <a:off x="4580722" y="2181838"/>
            <a:ext cx="2421082" cy="1800000"/>
          </a:xfrm>
          <a:prstGeom prst="roundRect">
            <a:avLst/>
          </a:prstGeom>
          <a:solidFill>
            <a:srgbClr val="0B315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b="1">
                <a:solidFill>
                  <a:srgbClr val="F7F9FC"/>
                </a:solidFill>
                <a:effectLst/>
                <a:latin typeface="Calibri" panose="020F0502020204030204" pitchFamily="34" charset="0"/>
              </a:rPr>
              <a:t>POLICY HELPER</a:t>
            </a:r>
          </a:p>
          <a:p>
            <a:pPr>
              <a:buNone/>
            </a:pPr>
            <a:r>
              <a:rPr lang="en-US" sz="1600" b="1">
                <a:solidFill>
                  <a:srgbClr val="F7F9FC"/>
                </a:solidFill>
                <a:effectLst/>
                <a:latin typeface="Calibri" panose="020F0502020204030204" pitchFamily="34" charset="0"/>
              </a:rPr>
              <a:t>Review billing policy</a:t>
            </a:r>
            <a:endParaRPr lang="en-US"/>
          </a:p>
        </p:txBody>
      </p:sp>
      <p:sp>
        <p:nvSpPr>
          <p:cNvPr id="46" name="Rectangle: Rounded Corners 45">
            <a:extLst>
              <a:ext uri="{FF2B5EF4-FFF2-40B4-BE49-F238E27FC236}">
                <a16:creationId xmlns:a16="http://schemas.microsoft.com/office/drawing/2014/main" id="{D3A6E707-E431-3654-E2CC-AB95399CFB44}"/>
              </a:ext>
            </a:extLst>
          </p:cNvPr>
          <p:cNvSpPr/>
          <p:nvPr/>
        </p:nvSpPr>
        <p:spPr>
          <a:xfrm>
            <a:off x="1674860" y="2165795"/>
            <a:ext cx="2421082" cy="1800000"/>
          </a:xfrm>
          <a:prstGeom prst="roundRect">
            <a:avLst/>
          </a:prstGeom>
          <a:solidFill>
            <a:srgbClr val="0B315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b="1">
                <a:solidFill>
                  <a:srgbClr val="F7F9FC"/>
                </a:solidFill>
                <a:effectLst/>
                <a:latin typeface="Calibri" panose="020F0502020204030204" pitchFamily="34" charset="0"/>
              </a:rPr>
              <a:t>CHARGEBACK</a:t>
            </a:r>
          </a:p>
          <a:p>
            <a:pPr>
              <a:buNone/>
            </a:pPr>
            <a:r>
              <a:rPr lang="en-US" sz="1600" b="1">
                <a:solidFill>
                  <a:srgbClr val="F7F9FC"/>
                </a:solidFill>
                <a:effectLst/>
                <a:latin typeface="Calibri" panose="020F0502020204030204" pitchFamily="34" charset="0"/>
              </a:rPr>
              <a:t>Allocation insights</a:t>
            </a:r>
            <a:endParaRPr lang="en-US"/>
          </a:p>
        </p:txBody>
      </p:sp>
      <p:sp>
        <p:nvSpPr>
          <p:cNvPr id="48" name="Rectangle: Rounded Corners 47">
            <a:extLst>
              <a:ext uri="{FF2B5EF4-FFF2-40B4-BE49-F238E27FC236}">
                <a16:creationId xmlns:a16="http://schemas.microsoft.com/office/drawing/2014/main" id="{CFF72355-25FB-8769-E62F-68456D5A150A}"/>
              </a:ext>
            </a:extLst>
          </p:cNvPr>
          <p:cNvSpPr/>
          <p:nvPr/>
        </p:nvSpPr>
        <p:spPr>
          <a:xfrm>
            <a:off x="7484917" y="2203019"/>
            <a:ext cx="2421082" cy="1800000"/>
          </a:xfrm>
          <a:prstGeom prst="roundRect">
            <a:avLst/>
          </a:prstGeom>
          <a:solidFill>
            <a:srgbClr val="0B315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b="1">
                <a:solidFill>
                  <a:srgbClr val="F7F9FC"/>
                </a:solidFill>
                <a:effectLst/>
                <a:latin typeface="Calibri" panose="020F0502020204030204" pitchFamily="34" charset="0"/>
              </a:rPr>
              <a:t>FINOPS &amp; FOCUS COST</a:t>
            </a:r>
          </a:p>
          <a:p>
            <a:pPr>
              <a:buNone/>
            </a:pPr>
            <a:r>
              <a:rPr lang="en-US" sz="1600" b="1">
                <a:solidFill>
                  <a:srgbClr val="F7F9FC"/>
                </a:solidFill>
                <a:effectLst/>
                <a:latin typeface="Calibri" panose="020F0502020204030204" pitchFamily="34" charset="0"/>
              </a:rPr>
              <a:t>Cost insights</a:t>
            </a:r>
            <a:endParaRPr lang="en-US"/>
          </a:p>
        </p:txBody>
      </p:sp>
      <p:sp>
        <p:nvSpPr>
          <p:cNvPr id="3" name="Rectangle: Rounded Corners 25">
            <a:extLst>
              <a:ext uri="{FF2B5EF4-FFF2-40B4-BE49-F238E27FC236}">
                <a16:creationId xmlns:a16="http://schemas.microsoft.com/office/drawing/2014/main" id="{552F0E5F-985A-B161-9A1A-0208BA935CFC}"/>
              </a:ext>
            </a:extLst>
          </p:cNvPr>
          <p:cNvSpPr/>
          <p:nvPr/>
        </p:nvSpPr>
        <p:spPr>
          <a:xfrm>
            <a:off x="0" y="48492"/>
            <a:ext cx="4191000" cy="374074"/>
          </a:xfrm>
          <a:prstGeom prst="roundRect">
            <a:avLst/>
          </a:prstGeom>
          <a:solidFill>
            <a:srgbClr val="0B315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D17DAF4-7020-A31E-DFD8-15070CB67E27}"/>
              </a:ext>
            </a:extLst>
          </p:cNvPr>
          <p:cNvSpPr/>
          <p:nvPr/>
        </p:nvSpPr>
        <p:spPr>
          <a:xfrm>
            <a:off x="550960" y="48492"/>
            <a:ext cx="3050000" cy="37407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200" b="1">
                <a:solidFill>
                  <a:srgbClr val="F7F9FC"/>
                </a:solidFill>
                <a:effectLst/>
                <a:latin typeface="Calibri" panose="020F0502020204030204" pitchFamily="34" charset="0"/>
              </a:rPr>
              <a:t>Interactive HTML</a:t>
            </a:r>
          </a:p>
        </p:txBody>
      </p:sp>
      <p:sp>
        <p:nvSpPr>
          <p:cNvPr id="6" name="Rectangle 5">
            <a:extLst>
              <a:ext uri="{FF2B5EF4-FFF2-40B4-BE49-F238E27FC236}">
                <a16:creationId xmlns:a16="http://schemas.microsoft.com/office/drawing/2014/main" id="{49C6DC1A-9711-6010-D457-66E130020A2D}"/>
              </a:ext>
            </a:extLst>
          </p:cNvPr>
          <p:cNvSpPr/>
          <p:nvPr/>
        </p:nvSpPr>
        <p:spPr>
          <a:xfrm>
            <a:off x="398076" y="375309"/>
            <a:ext cx="11242964" cy="10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US" sz="2800" b="1">
                <a:solidFill>
                  <a:srgbClr val="17202A"/>
                </a:solidFill>
                <a:effectLst/>
                <a:latin typeface="Calibri Light" panose="020F0302020204030204" pitchFamily="34" charset="0"/>
              </a:rPr>
              <a:t>Live in the browser, on the customer’s own export. Nothing is uploaded.</a:t>
            </a:r>
          </a:p>
        </p:txBody>
      </p:sp>
      <p:sp>
        <p:nvSpPr>
          <p:cNvPr id="7" name="TextBox 6">
            <a:extLst>
              <a:ext uri="{FF2B5EF4-FFF2-40B4-BE49-F238E27FC236}">
                <a16:creationId xmlns:a16="http://schemas.microsoft.com/office/drawing/2014/main" id="{B0AC7796-493B-4C6F-4DA7-DC85EADC75E1}"/>
              </a:ext>
            </a:extLst>
          </p:cNvPr>
          <p:cNvSpPr txBox="1"/>
          <p:nvPr/>
        </p:nvSpPr>
        <p:spPr>
          <a:xfrm>
            <a:off x="3754644" y="4519986"/>
            <a:ext cx="5209970" cy="738664"/>
          </a:xfrm>
          <a:prstGeom prst="rect">
            <a:avLst/>
          </a:prstGeom>
          <a:noFill/>
        </p:spPr>
        <p:txBody>
          <a:bodyPr wrap="square" lIns="0" tIns="0" rIns="0" bIns="0" rtlCol="0">
            <a:spAutoFit/>
          </a:bodyPr>
          <a:lstStyle/>
          <a:p>
            <a:pPr algn="l"/>
            <a:r>
              <a:rPr lang="en-US" sz="1600"/>
              <a:t>Every report runs on the same two files:</a:t>
            </a:r>
          </a:p>
          <a:p>
            <a:pPr algn="l"/>
            <a:r>
              <a:rPr lang="en-US" sz="1600"/>
              <a:t>Cowork consumption export (Microsoft admin center)</a:t>
            </a:r>
          </a:p>
          <a:p>
            <a:pPr algn="l"/>
            <a:r>
              <a:rPr lang="en-US" sz="1600"/>
              <a:t>Organizational data (Entra)</a:t>
            </a:r>
          </a:p>
        </p:txBody>
      </p:sp>
      <p:sp>
        <p:nvSpPr>
          <p:cNvPr id="8" name="TextBox 7">
            <a:extLst>
              <a:ext uri="{FF2B5EF4-FFF2-40B4-BE49-F238E27FC236}">
                <a16:creationId xmlns:a16="http://schemas.microsoft.com/office/drawing/2014/main" id="{F9813CF5-6BAF-F42B-595D-34BAA6B7C503}"/>
              </a:ext>
            </a:extLst>
          </p:cNvPr>
          <p:cNvSpPr txBox="1"/>
          <p:nvPr/>
        </p:nvSpPr>
        <p:spPr>
          <a:xfrm>
            <a:off x="1925782" y="3678382"/>
            <a:ext cx="1675178" cy="161583"/>
          </a:xfrm>
          <a:prstGeom prst="rect">
            <a:avLst/>
          </a:prstGeom>
          <a:noFill/>
        </p:spPr>
        <p:txBody>
          <a:bodyPr wrap="square" lIns="0" tIns="0" rIns="0" bIns="0" rtlCol="0">
            <a:spAutoFit/>
          </a:bodyPr>
          <a:lstStyle/>
          <a:p>
            <a:pPr algn="ctr"/>
            <a:r>
              <a:rPr lang="en-US" sz="1050" i="1">
                <a:solidFill>
                  <a:schemeClr val="bg1"/>
                </a:solidFill>
              </a:rPr>
              <a:t>HTML app</a:t>
            </a:r>
          </a:p>
        </p:txBody>
      </p:sp>
      <p:sp>
        <p:nvSpPr>
          <p:cNvPr id="9" name="TextBox 8">
            <a:extLst>
              <a:ext uri="{FF2B5EF4-FFF2-40B4-BE49-F238E27FC236}">
                <a16:creationId xmlns:a16="http://schemas.microsoft.com/office/drawing/2014/main" id="{43D2D74E-DA39-7F4B-FB4B-4AF05C5D2AAA}"/>
              </a:ext>
            </a:extLst>
          </p:cNvPr>
          <p:cNvSpPr txBox="1"/>
          <p:nvPr/>
        </p:nvSpPr>
        <p:spPr>
          <a:xfrm>
            <a:off x="4876800" y="3678382"/>
            <a:ext cx="1675178" cy="161583"/>
          </a:xfrm>
          <a:prstGeom prst="rect">
            <a:avLst/>
          </a:prstGeom>
          <a:noFill/>
        </p:spPr>
        <p:txBody>
          <a:bodyPr wrap="square" lIns="0" tIns="0" rIns="0" bIns="0" rtlCol="0">
            <a:spAutoFit/>
          </a:bodyPr>
          <a:lstStyle/>
          <a:p>
            <a:pPr algn="ctr"/>
            <a:r>
              <a:rPr lang="en-US" sz="1050" i="1">
                <a:solidFill>
                  <a:schemeClr val="bg1"/>
                </a:solidFill>
              </a:rPr>
              <a:t>HTML app</a:t>
            </a:r>
          </a:p>
        </p:txBody>
      </p:sp>
      <p:sp>
        <p:nvSpPr>
          <p:cNvPr id="10" name="TextBox 9">
            <a:extLst>
              <a:ext uri="{FF2B5EF4-FFF2-40B4-BE49-F238E27FC236}">
                <a16:creationId xmlns:a16="http://schemas.microsoft.com/office/drawing/2014/main" id="{FA931E20-F610-04AF-7487-5563E9ECE1D3}"/>
              </a:ext>
            </a:extLst>
          </p:cNvPr>
          <p:cNvSpPr txBox="1"/>
          <p:nvPr/>
        </p:nvSpPr>
        <p:spPr>
          <a:xfrm>
            <a:off x="7857869" y="3678382"/>
            <a:ext cx="1675178" cy="161583"/>
          </a:xfrm>
          <a:prstGeom prst="rect">
            <a:avLst/>
          </a:prstGeom>
          <a:noFill/>
        </p:spPr>
        <p:txBody>
          <a:bodyPr wrap="square" lIns="0" tIns="0" rIns="0" bIns="0" rtlCol="0">
            <a:spAutoFit/>
          </a:bodyPr>
          <a:lstStyle/>
          <a:p>
            <a:pPr algn="ctr"/>
            <a:r>
              <a:rPr lang="en-US" sz="1050" i="1">
                <a:solidFill>
                  <a:schemeClr val="bg1"/>
                </a:solidFill>
              </a:rPr>
              <a:t>HTML app</a:t>
            </a:r>
          </a:p>
        </p:txBody>
      </p:sp>
      <p:sp>
        <p:nvSpPr>
          <p:cNvPr id="12" name="TextBox 11">
            <a:extLst>
              <a:ext uri="{FF2B5EF4-FFF2-40B4-BE49-F238E27FC236}">
                <a16:creationId xmlns:a16="http://schemas.microsoft.com/office/drawing/2014/main" id="{90DFA0C0-6B45-A929-9BB7-36E0393B5E91}"/>
              </a:ext>
            </a:extLst>
          </p:cNvPr>
          <p:cNvSpPr txBox="1"/>
          <p:nvPr/>
        </p:nvSpPr>
        <p:spPr>
          <a:xfrm>
            <a:off x="2550968" y="5842061"/>
            <a:ext cx="6819900" cy="369332"/>
          </a:xfrm>
          <a:prstGeom prst="rect">
            <a:avLst/>
          </a:prstGeom>
          <a:noFill/>
        </p:spPr>
        <p:txBody>
          <a:bodyPr wrap="square">
            <a:spAutoFit/>
          </a:bodyPr>
          <a:lstStyle/>
          <a:p>
            <a:r>
              <a:rPr lang="en-US" b="1">
                <a:solidFill>
                  <a:schemeClr val="accent1"/>
                </a:solidFill>
              </a:rPr>
              <a:t>https://</a:t>
            </a:r>
            <a:r>
              <a:rPr lang="en-US" b="1" err="1">
                <a:solidFill>
                  <a:schemeClr val="accent1"/>
                </a:solidFill>
              </a:rPr>
              <a:t>microsoft.github.io</a:t>
            </a:r>
            <a:r>
              <a:rPr lang="en-US" b="1">
                <a:solidFill>
                  <a:schemeClr val="accent1"/>
                </a:solidFill>
              </a:rPr>
              <a:t>/Analytics-Hub/</a:t>
            </a:r>
            <a:r>
              <a:rPr lang="en-US" b="1" err="1">
                <a:solidFill>
                  <a:schemeClr val="accent1"/>
                </a:solidFill>
              </a:rPr>
              <a:t>cowork</a:t>
            </a:r>
            <a:r>
              <a:rPr lang="en-US" b="1">
                <a:solidFill>
                  <a:schemeClr val="accent1"/>
                </a:solidFill>
              </a:rPr>
              <a:t>-billing/</a:t>
            </a:r>
          </a:p>
        </p:txBody>
      </p:sp>
    </p:spTree>
    <p:extLst>
      <p:ext uri="{BB962C8B-B14F-4D97-AF65-F5344CB8AC3E}">
        <p14:creationId xmlns:p14="http://schemas.microsoft.com/office/powerpoint/2010/main" val="1718458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66928" y="676656"/>
            <a:ext cx="11055096"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16264A"/>
                </a:solidFill>
                <a:effectLst/>
                <a:uLnTx/>
                <a:uFillTx/>
                <a:latin typeface="Georgia" pitchFamily="34" charset="0"/>
                <a:ea typeface="Georgia" pitchFamily="34" charset="-122"/>
                <a:cs typeface="Georgia" pitchFamily="34" charset="-120"/>
              </a:rPr>
              <a:t>What to know</a:t>
            </a:r>
            <a:endParaRPr kumimoji="0" lang="en-US" sz="27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67612F7D-0B99-6A7C-F8DE-69DFE3E782AE}"/>
              </a:ext>
            </a:extLst>
          </p:cNvPr>
          <p:cNvGrpSpPr/>
          <p:nvPr/>
        </p:nvGrpSpPr>
        <p:grpSpPr>
          <a:xfrm>
            <a:off x="557639" y="2472219"/>
            <a:ext cx="11064240" cy="2542032"/>
            <a:chOff x="557784" y="1433141"/>
            <a:chExt cx="11064240" cy="2542032"/>
          </a:xfrm>
        </p:grpSpPr>
        <p:sp>
          <p:nvSpPr>
            <p:cNvPr id="4" name="Shape 2"/>
            <p:cNvSpPr/>
            <p:nvPr/>
          </p:nvSpPr>
          <p:spPr>
            <a:xfrm>
              <a:off x="557784" y="1433141"/>
              <a:ext cx="3529584" cy="2542032"/>
            </a:xfrm>
            <a:prstGeom prst="roundRect">
              <a:avLst>
                <a:gd name="adj" fmla="val 3200"/>
              </a:avLst>
            </a:prstGeom>
            <a:solidFill>
              <a:srgbClr val="FFFFFF"/>
            </a:solidFill>
            <a:ln w="12700">
              <a:solidFill>
                <a:srgbClr val="DCE4F0"/>
              </a:solidFill>
              <a:prstDash val="solid"/>
            </a:ln>
            <a:effectLst>
              <a:outerShdw blurRad="88900" dist="38100" dir="5400000" algn="bl" rotWithShape="0">
                <a:srgbClr val="8AA0C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813816" y="1670885"/>
              <a:ext cx="566928" cy="566928"/>
            </a:xfrm>
            <a:prstGeom prst="roundRect">
              <a:avLst>
                <a:gd name="adj" fmla="val 16129"/>
              </a:avLst>
            </a:prstGeom>
            <a:solidFill>
              <a:srgbClr val="2F6BD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960120" y="1817189"/>
              <a:ext cx="274320" cy="274320"/>
            </a:xfrm>
            <a:prstGeom prst="rect">
              <a:avLst/>
            </a:prstGeom>
          </p:spPr>
        </p:pic>
        <p:sp>
          <p:nvSpPr>
            <p:cNvPr id="7" name="Text 4"/>
            <p:cNvSpPr/>
            <p:nvPr/>
          </p:nvSpPr>
          <p:spPr>
            <a:xfrm>
              <a:off x="813816" y="2329253"/>
              <a:ext cx="301752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err="1">
                  <a:ln>
                    <a:noFill/>
                  </a:ln>
                  <a:solidFill>
                    <a:srgbClr val="16264A"/>
                  </a:solidFill>
                  <a:effectLst/>
                  <a:uLnTx/>
                  <a:uFillTx/>
                  <a:latin typeface="Georgia" pitchFamily="34" charset="0"/>
                  <a:ea typeface="Georgia" pitchFamily="34" charset="-122"/>
                  <a:cs typeface="Georgia" pitchFamily="34" charset="-120"/>
                </a:rPr>
                <a:t>Nothing leaves the tenant</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813816" y="2731589"/>
              <a:ext cx="3017520" cy="859536"/>
            </a:xfrm>
            <a:prstGeom prst="rect">
              <a:avLst/>
            </a:prstGeom>
            <a:noFill/>
            <a:ln/>
          </p:spPr>
          <p:txBody>
            <a:bodyPr wrap="square" rtlCol="0" anchor="t"/>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200" b="0" i="0" u="none" strike="noStrike" kern="1200" cap="none" spc="0" normalizeH="0" baseline="0" noProof="0">
                  <a:ln>
                    <a:noFill/>
                  </a:ln>
                  <a:solidFill>
                    <a:srgbClr val="1D2433"/>
                  </a:solidFill>
                  <a:effectLst/>
                  <a:uLnTx/>
                  <a:uFillTx/>
                  <a:latin typeface="Calibri" pitchFamily="34" charset="0"/>
                  <a:ea typeface="Calibri" pitchFamily="34" charset="-122"/>
                  <a:cs typeface="Calibri" pitchFamily="34" charset="-120"/>
                </a:rPr>
                <a:t>Pure client-side HTML. The file is parsed in browser memory and cached there. No backend, no upload, no telemetry on customer data. Close the tab and it is gone.</a:t>
              </a:r>
            </a:p>
          </p:txBody>
        </p:sp>
        <p:sp>
          <p:nvSpPr>
            <p:cNvPr id="9" name="Shape 6"/>
            <p:cNvSpPr/>
            <p:nvPr/>
          </p:nvSpPr>
          <p:spPr>
            <a:xfrm>
              <a:off x="4325112" y="1433141"/>
              <a:ext cx="3529584" cy="2542032"/>
            </a:xfrm>
            <a:prstGeom prst="roundRect">
              <a:avLst>
                <a:gd name="adj" fmla="val 3200"/>
              </a:avLst>
            </a:prstGeom>
            <a:solidFill>
              <a:srgbClr val="FFFFFF"/>
            </a:solidFill>
            <a:ln w="12700">
              <a:solidFill>
                <a:srgbClr val="DCE4F0"/>
              </a:solidFill>
              <a:prstDash val="solid"/>
            </a:ln>
            <a:effectLst>
              <a:outerShdw blurRad="88900" dist="38100" dir="5400000" algn="bl" rotWithShape="0">
                <a:srgbClr val="8AA0C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4581144" y="1670885"/>
              <a:ext cx="566928" cy="566928"/>
            </a:xfrm>
            <a:prstGeom prst="roundRect">
              <a:avLst>
                <a:gd name="adj" fmla="val 16129"/>
              </a:avLst>
            </a:prstGeom>
            <a:solidFill>
              <a:srgbClr val="12A59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tretch>
              <a:fillRect/>
            </a:stretch>
          </p:blipFill>
          <p:spPr>
            <a:xfrm>
              <a:off x="4727448" y="1817189"/>
              <a:ext cx="274320" cy="274320"/>
            </a:xfrm>
            <a:prstGeom prst="rect">
              <a:avLst/>
            </a:prstGeom>
          </p:spPr>
        </p:pic>
        <p:sp>
          <p:nvSpPr>
            <p:cNvPr id="12" name="Text 8"/>
            <p:cNvSpPr/>
            <p:nvPr/>
          </p:nvSpPr>
          <p:spPr>
            <a:xfrm>
              <a:off x="4581144" y="2329253"/>
              <a:ext cx="301752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6264A"/>
                  </a:solidFill>
                  <a:effectLst/>
                  <a:uLnTx/>
                  <a:uFillTx/>
                  <a:latin typeface="Georgia" pitchFamily="34" charset="0"/>
                  <a:ea typeface="Georgia" pitchFamily="34" charset="-122"/>
                  <a:cs typeface="Georgia" pitchFamily="34" charset="-120"/>
                </a:rPr>
                <a:t>Nothing to install</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p:nvPr/>
          </p:nvSpPr>
          <p:spPr>
            <a:xfrm>
              <a:off x="4581144" y="2731589"/>
              <a:ext cx="3017520" cy="859536"/>
            </a:xfrm>
            <a:prstGeom prst="rect">
              <a:avLst/>
            </a:prstGeom>
            <a:noFill/>
            <a:ln/>
          </p:spPr>
          <p:txBody>
            <a:bodyPr wrap="square" lIns="91440" tIns="45720" rIns="91440" bIns="45720" rtlCol="0" anchor="t"/>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200" b="0" i="0" u="none" strike="noStrike" kern="1200" cap="none" spc="0" normalizeH="0" baseline="0" noProof="0">
                  <a:ln>
                    <a:noFill/>
                  </a:ln>
                  <a:solidFill>
                    <a:srgbClr val="1D2433"/>
                  </a:solidFill>
                  <a:effectLst/>
                  <a:uLnTx/>
                  <a:uFillTx/>
                  <a:latin typeface="Calibri"/>
                  <a:ea typeface="Calibri"/>
                  <a:cs typeface="Calibri"/>
                </a:rPr>
                <a:t>A public URL and a live interactive demo loaded with sample data. Open it on a call, click through it, then swap in the customer file. No provisioning, no </a:t>
              </a:r>
              <a:r>
                <a:rPr lang="en-US" sz="1200">
                  <a:solidFill>
                    <a:srgbClr val="1D2433"/>
                  </a:solidFill>
                  <a:latin typeface="Calibri"/>
                  <a:ea typeface="Calibri"/>
                  <a:cs typeface="Calibri"/>
                </a:rPr>
                <a:t>license</a:t>
              </a:r>
              <a:r>
                <a:rPr kumimoji="0" lang="en-US" sz="1200" b="0" i="0" u="none" strike="noStrike" kern="1200" cap="none" spc="0" normalizeH="0" baseline="0" noProof="0">
                  <a:ln>
                    <a:noFill/>
                  </a:ln>
                  <a:solidFill>
                    <a:srgbClr val="1D2433"/>
                  </a:solidFill>
                  <a:effectLst/>
                  <a:uLnTx/>
                  <a:uFillTx/>
                  <a:latin typeface="Calibri"/>
                  <a:ea typeface="Calibri"/>
                  <a:cs typeface="Calibri"/>
                </a:rPr>
                <a:t>, no IT ticket.</a:t>
              </a:r>
              <a:endParaRPr kumimoji="0" lang="en-US" sz="1200" b="0" i="0" u="none" strike="noStrike" kern="1200" cap="none" spc="0" normalizeH="0" baseline="0" noProof="0">
                <a:ln>
                  <a:noFill/>
                </a:ln>
                <a:solidFill>
                  <a:prstClr val="black"/>
                </a:solidFill>
                <a:effectLst/>
                <a:uLnTx/>
                <a:uFillTx/>
                <a:latin typeface="Calibri"/>
                <a:ea typeface="Calibri"/>
                <a:cs typeface="Calibri"/>
              </a:endParaRPr>
            </a:p>
          </p:txBody>
        </p:sp>
        <p:sp>
          <p:nvSpPr>
            <p:cNvPr id="14" name="Shape 10"/>
            <p:cNvSpPr/>
            <p:nvPr/>
          </p:nvSpPr>
          <p:spPr>
            <a:xfrm>
              <a:off x="8092440" y="1433141"/>
              <a:ext cx="3529584" cy="2542032"/>
            </a:xfrm>
            <a:prstGeom prst="roundRect">
              <a:avLst>
                <a:gd name="adj" fmla="val 3200"/>
              </a:avLst>
            </a:prstGeom>
            <a:solidFill>
              <a:srgbClr val="FFFFFF"/>
            </a:solidFill>
            <a:ln w="12700">
              <a:solidFill>
                <a:srgbClr val="DCE4F0"/>
              </a:solidFill>
              <a:prstDash val="solid"/>
            </a:ln>
            <a:effectLst>
              <a:outerShdw blurRad="88900" dist="38100" dir="5400000" algn="bl" rotWithShape="0">
                <a:srgbClr val="8AA0C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8348472" y="1670885"/>
              <a:ext cx="566928" cy="566928"/>
            </a:xfrm>
            <a:prstGeom prst="roundRect">
              <a:avLst>
                <a:gd name="adj" fmla="val 16129"/>
              </a:avLst>
            </a:prstGeom>
            <a:solidFill>
              <a:srgbClr val="7A5AD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2" descr="preencoded.png"/>
            <p:cNvPicPr>
              <a:picLocks noChangeAspect="1"/>
            </p:cNvPicPr>
            <p:nvPr/>
          </p:nvPicPr>
          <p:blipFill>
            <a:blip r:embed="rId5"/>
            <a:stretch>
              <a:fillRect/>
            </a:stretch>
          </p:blipFill>
          <p:spPr>
            <a:xfrm>
              <a:off x="8494776" y="1817189"/>
              <a:ext cx="274320" cy="274320"/>
            </a:xfrm>
            <a:prstGeom prst="rect">
              <a:avLst/>
            </a:prstGeom>
          </p:spPr>
        </p:pic>
        <p:sp>
          <p:nvSpPr>
            <p:cNvPr id="17" name="Text 12"/>
            <p:cNvSpPr/>
            <p:nvPr/>
          </p:nvSpPr>
          <p:spPr>
            <a:xfrm>
              <a:off x="8348472" y="2329253"/>
              <a:ext cx="301752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6264A"/>
                  </a:solidFill>
                  <a:effectLst/>
                  <a:uLnTx/>
                  <a:uFillTx/>
                  <a:latin typeface="Georgia" pitchFamily="34" charset="0"/>
                  <a:ea typeface="Georgia" pitchFamily="34" charset="-122"/>
                  <a:cs typeface="Georgia" pitchFamily="34" charset="-120"/>
                </a:rPr>
                <a:t>Exports at every step</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3"/>
            <p:cNvSpPr/>
            <p:nvPr/>
          </p:nvSpPr>
          <p:spPr>
            <a:xfrm>
              <a:off x="8348472" y="2731589"/>
              <a:ext cx="3017520" cy="859536"/>
            </a:xfrm>
            <a:prstGeom prst="rect">
              <a:avLst/>
            </a:prstGeom>
            <a:noFill/>
            <a:ln/>
          </p:spPr>
          <p:txBody>
            <a:bodyPr wrap="square" rtlCol="0" anchor="t"/>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200" b="0" i="0" u="none" strike="noStrike" kern="1200" cap="none" spc="0" normalizeH="0" baseline="0" noProof="0">
                  <a:ln>
                    <a:noFill/>
                  </a:ln>
                  <a:solidFill>
                    <a:srgbClr val="1D2433"/>
                  </a:solidFill>
                  <a:effectLst/>
                  <a:uLnTx/>
                  <a:uFillTx/>
                  <a:latin typeface="Calibri" pitchFamily="34" charset="0"/>
                  <a:ea typeface="Calibri" pitchFamily="34" charset="-122"/>
                  <a:cs typeface="Calibri" pitchFamily="34" charset="-120"/>
                </a:rPr>
                <a:t>Every view exports. CSV for finance, the full workbook for analysts, and a one-page summary to send on. The customer leaves the call holding something.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 name="Shape 15">
            <a:extLst>
              <a:ext uri="{FF2B5EF4-FFF2-40B4-BE49-F238E27FC236}">
                <a16:creationId xmlns:a16="http://schemas.microsoft.com/office/drawing/2014/main" id="{F6E0B1F6-5EFD-5105-0E2B-1308CCFFB1C4}"/>
              </a:ext>
            </a:extLst>
          </p:cNvPr>
          <p:cNvSpPr/>
          <p:nvPr/>
        </p:nvSpPr>
        <p:spPr>
          <a:xfrm>
            <a:off x="566783" y="5187115"/>
            <a:ext cx="11055096" cy="786384"/>
          </a:xfrm>
          <a:prstGeom prst="roundRect">
            <a:avLst>
              <a:gd name="adj" fmla="val 8140"/>
            </a:avLst>
          </a:prstGeom>
          <a:solidFill>
            <a:srgbClr val="FBF1DF"/>
          </a:solidFill>
          <a:ln w="12700">
            <a:solidFill>
              <a:srgbClr val="E4C4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16">
            <a:extLst>
              <a:ext uri="{FF2B5EF4-FFF2-40B4-BE49-F238E27FC236}">
                <a16:creationId xmlns:a16="http://schemas.microsoft.com/office/drawing/2014/main" id="{17086287-EB07-316B-5048-785549A4F1D1}"/>
              </a:ext>
            </a:extLst>
          </p:cNvPr>
          <p:cNvSpPr/>
          <p:nvPr/>
        </p:nvSpPr>
        <p:spPr>
          <a:xfrm>
            <a:off x="841103" y="5187115"/>
            <a:ext cx="10506456" cy="7863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9A6A17"/>
                </a:solidFill>
                <a:effectLst/>
                <a:uLnTx/>
                <a:uFillTx/>
                <a:latin typeface="Calibri" pitchFamily="34" charset="0"/>
                <a:ea typeface="Calibri" pitchFamily="34" charset="-122"/>
                <a:cs typeface="Calibri" pitchFamily="34" charset="-120"/>
              </a:rPr>
              <a:t>What it is NOT:  a billing system of record. The Microsoft 365 admin center remains the invoice. These make the invoice explainable and allocable.</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1" name="Group 30">
            <a:extLst>
              <a:ext uri="{FF2B5EF4-FFF2-40B4-BE49-F238E27FC236}">
                <a16:creationId xmlns:a16="http://schemas.microsoft.com/office/drawing/2014/main" id="{8497E105-D05F-AE5F-97EB-8BAD84B52B5F}"/>
              </a:ext>
            </a:extLst>
          </p:cNvPr>
          <p:cNvGrpSpPr/>
          <p:nvPr/>
        </p:nvGrpSpPr>
        <p:grpSpPr>
          <a:xfrm>
            <a:off x="566783" y="1539531"/>
            <a:ext cx="11055096" cy="786384"/>
            <a:chOff x="566783" y="4311758"/>
            <a:chExt cx="11055096" cy="786384"/>
          </a:xfrm>
        </p:grpSpPr>
        <p:sp>
          <p:nvSpPr>
            <p:cNvPr id="28" name="Shape 15">
              <a:extLst>
                <a:ext uri="{FF2B5EF4-FFF2-40B4-BE49-F238E27FC236}">
                  <a16:creationId xmlns:a16="http://schemas.microsoft.com/office/drawing/2014/main" id="{BF0FBBC7-9913-9AD6-93A1-9B31F7EEC3A8}"/>
                </a:ext>
              </a:extLst>
            </p:cNvPr>
            <p:cNvSpPr/>
            <p:nvPr/>
          </p:nvSpPr>
          <p:spPr>
            <a:xfrm>
              <a:off x="566783" y="4311758"/>
              <a:ext cx="11055096" cy="786384"/>
            </a:xfrm>
            <a:prstGeom prst="roundRect">
              <a:avLst>
                <a:gd name="adj" fmla="val 8140"/>
              </a:avLst>
            </a:prstGeom>
            <a:solidFill>
              <a:srgbClr val="FBF1DF"/>
            </a:solidFill>
            <a:ln w="12700">
              <a:solidFill>
                <a:srgbClr val="E4C4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16">
              <a:extLst>
                <a:ext uri="{FF2B5EF4-FFF2-40B4-BE49-F238E27FC236}">
                  <a16:creationId xmlns:a16="http://schemas.microsoft.com/office/drawing/2014/main" id="{4F75A981-6391-0040-74D4-7804A6996DB4}"/>
                </a:ext>
              </a:extLst>
            </p:cNvPr>
            <p:cNvSpPr/>
            <p:nvPr/>
          </p:nvSpPr>
          <p:spPr>
            <a:xfrm>
              <a:off x="813816" y="4311758"/>
              <a:ext cx="10506456" cy="7863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9A6A17"/>
                  </a:solidFill>
                  <a:effectLst/>
                  <a:uLnTx/>
                  <a:uFillTx/>
                  <a:latin typeface="Calibri" pitchFamily="34" charset="0"/>
                  <a:ea typeface="Calibri" pitchFamily="34" charset="-122"/>
                  <a:cs typeface="Calibri" pitchFamily="34" charset="-120"/>
                </a:rPr>
                <a:t>WHY:  A customer asks what Cowork is costing each department and there is no answer that finance will accept. These apps turn the export they already have into that answer, in a browser tab, in a few minutes.</a:t>
              </a:r>
            </a:p>
          </p:txBody>
        </p:sp>
      </p:grpSp>
      <p:sp>
        <p:nvSpPr>
          <p:cNvPr id="20" name="Rectangle: Rounded Corners 25">
            <a:extLst>
              <a:ext uri="{FF2B5EF4-FFF2-40B4-BE49-F238E27FC236}">
                <a16:creationId xmlns:a16="http://schemas.microsoft.com/office/drawing/2014/main" id="{2924F020-5784-C506-B380-D83D7E375413}"/>
              </a:ext>
            </a:extLst>
          </p:cNvPr>
          <p:cNvSpPr/>
          <p:nvPr/>
        </p:nvSpPr>
        <p:spPr>
          <a:xfrm>
            <a:off x="0" y="48492"/>
            <a:ext cx="4191000" cy="374074"/>
          </a:xfrm>
          <a:prstGeom prst="roundRect">
            <a:avLst/>
          </a:prstGeom>
          <a:solidFill>
            <a:srgbClr val="0B315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C473774-00C8-CCDA-D671-BB70BD95E389}"/>
              </a:ext>
            </a:extLst>
          </p:cNvPr>
          <p:cNvSpPr/>
          <p:nvPr/>
        </p:nvSpPr>
        <p:spPr>
          <a:xfrm>
            <a:off x="550960" y="48492"/>
            <a:ext cx="3050000" cy="37407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200" b="1">
                <a:solidFill>
                  <a:srgbClr val="F7F9FC"/>
                </a:solidFill>
                <a:effectLst/>
                <a:latin typeface="Calibri" panose="020F0502020204030204" pitchFamily="34" charset="0"/>
              </a:rPr>
              <a:t>Interactive HTML</a:t>
            </a:r>
            <a:endParaRPr lang="en-US" sz="1050"/>
          </a:p>
        </p:txBody>
      </p:sp>
    </p:spTree>
    <p:extLst>
      <p:ext uri="{BB962C8B-B14F-4D97-AF65-F5344CB8AC3E}">
        <p14:creationId xmlns:p14="http://schemas.microsoft.com/office/powerpoint/2010/main" val="3035597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F1234-5B32-FA80-5056-A1E0386CC805}"/>
            </a:ext>
          </a:extLst>
        </p:cNvPr>
        <p:cNvGrpSpPr/>
        <p:nvPr/>
      </p:nvGrpSpPr>
      <p:grpSpPr>
        <a:xfrm>
          <a:off x="0" y="0"/>
          <a:ext cx="0" cy="0"/>
          <a:chOff x="0" y="0"/>
          <a:chExt cx="0" cy="0"/>
        </a:xfrm>
      </p:grpSpPr>
      <p:sp>
        <p:nvSpPr>
          <p:cNvPr id="9" name="Rectangle: Rounded Corners 25">
            <a:extLst>
              <a:ext uri="{FF2B5EF4-FFF2-40B4-BE49-F238E27FC236}">
                <a16:creationId xmlns:a16="http://schemas.microsoft.com/office/drawing/2014/main" id="{869AE663-C49A-BA2D-DB5D-A5DAF9C373AC}"/>
              </a:ext>
            </a:extLst>
          </p:cNvPr>
          <p:cNvSpPr/>
          <p:nvPr/>
        </p:nvSpPr>
        <p:spPr>
          <a:xfrm>
            <a:off x="0" y="48492"/>
            <a:ext cx="4191000" cy="374074"/>
          </a:xfrm>
          <a:prstGeom prst="roundRect">
            <a:avLst/>
          </a:prstGeom>
          <a:solidFill>
            <a:srgbClr val="0B315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9639D4E-41A5-41AB-B69C-0B648B604316}"/>
              </a:ext>
            </a:extLst>
          </p:cNvPr>
          <p:cNvSpPr/>
          <p:nvPr/>
        </p:nvSpPr>
        <p:spPr>
          <a:xfrm>
            <a:off x="550960" y="48492"/>
            <a:ext cx="3050000" cy="37407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200" b="1">
                <a:solidFill>
                  <a:srgbClr val="F7F9FC"/>
                </a:solidFill>
                <a:effectLst/>
                <a:latin typeface="Calibri" panose="020F0502020204030204" pitchFamily="34" charset="0"/>
              </a:rPr>
              <a:t>Interactive HTML</a:t>
            </a:r>
            <a:endParaRPr lang="en-US" sz="1050"/>
          </a:p>
        </p:txBody>
      </p:sp>
      <p:sp>
        <p:nvSpPr>
          <p:cNvPr id="13" name="Text 1">
            <a:extLst>
              <a:ext uri="{FF2B5EF4-FFF2-40B4-BE49-F238E27FC236}">
                <a16:creationId xmlns:a16="http://schemas.microsoft.com/office/drawing/2014/main" id="{5ED758FE-C741-F304-5879-2CC8B5A6A39C}"/>
              </a:ext>
            </a:extLst>
          </p:cNvPr>
          <p:cNvSpPr/>
          <p:nvPr/>
        </p:nvSpPr>
        <p:spPr>
          <a:xfrm>
            <a:off x="566928" y="676656"/>
            <a:ext cx="11055096"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16264A"/>
                </a:solidFill>
                <a:effectLst/>
                <a:uLnTx/>
                <a:uFillTx/>
                <a:latin typeface="Georgia" pitchFamily="34" charset="0"/>
                <a:ea typeface="Georgia" pitchFamily="34" charset="-122"/>
                <a:cs typeface="Georgia" pitchFamily="34" charset="-120"/>
              </a:rPr>
              <a:t>How to run the reports</a:t>
            </a:r>
            <a:endParaRPr kumimoji="0" lang="en-US" sz="2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204B6B81-19A0-1E6F-BA02-9116A4E0E048}"/>
              </a:ext>
            </a:extLst>
          </p:cNvPr>
          <p:cNvSpPr txBox="1"/>
          <p:nvPr/>
        </p:nvSpPr>
        <p:spPr>
          <a:xfrm>
            <a:off x="1239982" y="2057400"/>
            <a:ext cx="8478982" cy="1846659"/>
          </a:xfrm>
          <a:prstGeom prst="rect">
            <a:avLst/>
          </a:prstGeom>
          <a:noFill/>
        </p:spPr>
        <p:txBody>
          <a:bodyPr wrap="square" lIns="0" tIns="0" rIns="0" bIns="0" rtlCol="0">
            <a:spAutoFit/>
          </a:bodyPr>
          <a:lstStyle/>
          <a:p>
            <a:pPr marL="457200" indent="-457200" algn="l">
              <a:buFont typeface="+mj-lt"/>
              <a:buAutoNum type="arabicPeriod"/>
            </a:pPr>
            <a:r>
              <a:rPr lang="en-US" sz="2000"/>
              <a:t>Open the app and click Load demo data to walk the customer through it first</a:t>
            </a:r>
            <a:br>
              <a:rPr lang="en-US" sz="2000"/>
            </a:br>
            <a:endParaRPr lang="en-US" sz="2000"/>
          </a:p>
          <a:p>
            <a:pPr marL="457200" indent="-457200" algn="l">
              <a:buFont typeface="+mj-lt"/>
              <a:buAutoNum type="arabicPeriod"/>
            </a:pPr>
            <a:r>
              <a:rPr lang="en-US" sz="2000"/>
              <a:t>Pull the Cowork consumption export from the Microsoft 365 admin center (CSV)</a:t>
            </a:r>
            <a:br>
              <a:rPr lang="en-US" sz="2000"/>
            </a:br>
            <a:endParaRPr lang="en-US" sz="2000"/>
          </a:p>
          <a:p>
            <a:pPr marL="457200" indent="-457200" algn="l">
              <a:buFont typeface="+mj-lt"/>
              <a:buAutoNum type="arabicPeriod"/>
            </a:pPr>
            <a:r>
              <a:rPr lang="en-US" sz="2000"/>
              <a:t>Pull organizational data from Entra: user, department, cost center (CSV)</a:t>
            </a:r>
            <a:br>
              <a:rPr lang="en-US" sz="2000"/>
            </a:br>
            <a:endParaRPr lang="en-US" sz="2000"/>
          </a:p>
          <a:p>
            <a:pPr marL="457200" indent="-457200" algn="l">
              <a:buFont typeface="+mj-lt"/>
              <a:buAutoNum type="arabicPeriod"/>
            </a:pPr>
            <a:r>
              <a:rPr lang="en-US" sz="2000"/>
              <a:t>Drop both files onto the page, map the cut-by column, then export</a:t>
            </a:r>
            <a:br>
              <a:rPr lang="en-US" sz="2000"/>
            </a:br>
            <a:endParaRPr lang="en-US" sz="2000"/>
          </a:p>
        </p:txBody>
      </p:sp>
      <p:sp>
        <p:nvSpPr>
          <p:cNvPr id="16" name="TextBox 15">
            <a:extLst>
              <a:ext uri="{FF2B5EF4-FFF2-40B4-BE49-F238E27FC236}">
                <a16:creationId xmlns:a16="http://schemas.microsoft.com/office/drawing/2014/main" id="{FD7AB669-C81B-D9D3-52E3-74EF43BEB83E}"/>
              </a:ext>
            </a:extLst>
          </p:cNvPr>
          <p:cNvSpPr txBox="1"/>
          <p:nvPr/>
        </p:nvSpPr>
        <p:spPr>
          <a:xfrm>
            <a:off x="3222914" y="5250000"/>
            <a:ext cx="6819900" cy="400110"/>
          </a:xfrm>
          <a:prstGeom prst="rect">
            <a:avLst/>
          </a:prstGeom>
          <a:noFill/>
        </p:spPr>
        <p:txBody>
          <a:bodyPr wrap="square">
            <a:spAutoFit/>
          </a:bodyPr>
          <a:lstStyle/>
          <a:p>
            <a:r>
              <a:rPr lang="en-US" sz="2000" b="1" err="1">
                <a:solidFill>
                  <a:schemeClr val="accent1"/>
                </a:solidFill>
              </a:rPr>
              <a:t>microsoft.github.io</a:t>
            </a:r>
            <a:r>
              <a:rPr lang="en-US" sz="2000" b="1">
                <a:solidFill>
                  <a:schemeClr val="accent1"/>
                </a:solidFill>
              </a:rPr>
              <a:t>/Analytics-Hub/</a:t>
            </a:r>
            <a:r>
              <a:rPr lang="en-US" sz="2000" b="1" err="1">
                <a:solidFill>
                  <a:schemeClr val="accent1"/>
                </a:solidFill>
              </a:rPr>
              <a:t>cowork</a:t>
            </a:r>
            <a:r>
              <a:rPr lang="en-US" sz="2000" b="1">
                <a:solidFill>
                  <a:schemeClr val="accent1"/>
                </a:solidFill>
              </a:rPr>
              <a:t>-billing/</a:t>
            </a:r>
          </a:p>
        </p:txBody>
      </p:sp>
    </p:spTree>
    <p:extLst>
      <p:ext uri="{BB962C8B-B14F-4D97-AF65-F5344CB8AC3E}">
        <p14:creationId xmlns:p14="http://schemas.microsoft.com/office/powerpoint/2010/main" val="1531730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66928" y="676656"/>
            <a:ext cx="11055096"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16264A"/>
                </a:solidFill>
                <a:effectLst/>
                <a:uLnTx/>
                <a:uFillTx/>
                <a:latin typeface="Georgia" pitchFamily="34" charset="0"/>
                <a:ea typeface="Georgia" pitchFamily="34" charset="-122"/>
                <a:cs typeface="Georgia" pitchFamily="34" charset="-120"/>
              </a:rPr>
              <a:t>What you get out — and who it is for</a:t>
            </a:r>
            <a:endParaRPr kumimoji="0" lang="en-US" sz="2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Hero Card"/>
          <p:cNvSpPr/>
          <p:nvPr/>
        </p:nvSpPr>
        <p:spPr>
          <a:xfrm>
            <a:off x="566928" y="1572768"/>
            <a:ext cx="4297680" cy="4462272"/>
          </a:xfrm>
          <a:prstGeom prst="roundRect">
            <a:avLst>
              <a:gd name="adj" fmla="val 3448"/>
            </a:avLst>
          </a:prstGeom>
          <a:solidFill>
            <a:srgbClr val="16264A"/>
          </a:solidFill>
          <a:ln w="12700">
            <a:solidFill>
              <a:srgbClr val="16264A"/>
            </a:solidFill>
            <a:prstDash val="solid"/>
          </a:ln>
          <a:effectLst>
            <a:outerShdw blurRad="88900" dist="38100" dir="5400000" algn="bl" rotWithShape="0">
              <a:srgbClr val="8AA0C0">
                <a:alpha val="3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Hero Accent Bar"/>
          <p:cNvSpPr/>
          <p:nvPr/>
        </p:nvSpPr>
        <p:spPr>
          <a:xfrm>
            <a:off x="906928" y="1912768"/>
            <a:ext cx="450000" cy="88000"/>
          </a:xfrm>
          <a:prstGeom prst="roundRect">
            <a:avLst>
              <a:gd name="adj" fmla="val 50000"/>
            </a:avLst>
          </a:prstGeom>
          <a:solidFill>
            <a:srgbClr val="2F6BD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Hero Icon Tile"/>
          <p:cNvSpPr/>
          <p:nvPr/>
        </p:nvSpPr>
        <p:spPr>
          <a:xfrm>
            <a:off x="906928" y="2140000"/>
            <a:ext cx="860000" cy="860000"/>
          </a:xfrm>
          <a:prstGeom prst="roundRect">
            <a:avLst>
              <a:gd name="adj" fmla="val 16667"/>
            </a:avLst>
          </a:prstGeom>
          <a:solidFill>
            <a:srgbClr val="E7EF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Hero Icon" descr="Value Report document icon"/>
          <p:cNvPicPr>
            <a:picLocks noChangeAspect="1"/>
          </p:cNvPicPr>
          <p:nvPr/>
        </p:nvPicPr>
        <p:blipFill>
          <a:blip r:embed="rId3"/>
          <a:stretch>
            <a:fillRect/>
          </a:stretch>
        </p:blipFill>
        <p:spPr>
          <a:xfrm>
            <a:off x="1121928" y="2355000"/>
            <a:ext cx="430000" cy="430000"/>
          </a:xfrm>
          <a:prstGeom prst="rect">
            <a:avLst/>
          </a:prstGeom>
        </p:spPr>
      </p:pic>
      <p:sp>
        <p:nvSpPr>
          <p:cNvPr id="8" name="Hero Tag"/>
          <p:cNvSpPr/>
          <p:nvPr/>
        </p:nvSpPr>
        <p:spPr>
          <a:xfrm>
            <a:off x="906928" y="3130000"/>
            <a:ext cx="3617680" cy="23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8FB4F0"/>
                </a:solidFill>
                <a:effectLst/>
                <a:uLnTx/>
                <a:uFillTx/>
                <a:latin typeface="Calibri" pitchFamily="34" charset="0"/>
                <a:ea typeface="Calibri" pitchFamily="34" charset="-122"/>
                <a:cs typeface="Calibri" pitchFamily="34" charset="-120"/>
              </a:rPr>
              <a:t>THE MAIN OUTPUT</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Hero Title"/>
          <p:cNvSpPr/>
          <p:nvPr/>
        </p:nvSpPr>
        <p:spPr>
          <a:xfrm>
            <a:off x="906928" y="3380000"/>
            <a:ext cx="3617680" cy="820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a:ln>
                  <a:noFill/>
                </a:ln>
                <a:solidFill>
                  <a:srgbClr val="FFFFFF"/>
                </a:solidFill>
                <a:effectLst/>
                <a:uLnTx/>
                <a:uFillTx/>
                <a:latin typeface="Georgia" pitchFamily="34" charset="0"/>
                <a:ea typeface="Georgia" pitchFamily="34" charset="-122"/>
                <a:cs typeface="Georgia" pitchFamily="34" charset="-120"/>
              </a:rPr>
              <a:t>The allocation table</a:t>
            </a:r>
            <a:endParaRPr kumimoji="0" lang="en-US" sz="2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Hero Label"/>
          <p:cNvSpPr/>
          <p:nvPr/>
        </p:nvSpPr>
        <p:spPr>
          <a:xfrm>
            <a:off x="906928" y="4220000"/>
            <a:ext cx="3617680" cy="23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a:ln>
                  <a:noFill/>
                </a:ln>
                <a:solidFill>
                  <a:srgbClr val="9DBCF2"/>
                </a:solidFill>
                <a:effectLst/>
                <a:uLnTx/>
                <a:uFillTx/>
                <a:latin typeface="Calibri" pitchFamily="34" charset="0"/>
                <a:ea typeface="Calibri" pitchFamily="34" charset="-122"/>
                <a:cs typeface="Calibri" pitchFamily="34" charset="-120"/>
              </a:rPr>
              <a:t>WHAT THE CUSTOMER TAKES AWAY</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Hero Desc"/>
          <p:cNvSpPr/>
          <p:nvPr/>
        </p:nvSpPr>
        <p:spPr>
          <a:xfrm>
            <a:off x="906928" y="4490000"/>
            <a:ext cx="3617680" cy="1350000"/>
          </a:xfrm>
          <a:prstGeom prst="rect">
            <a:avLst/>
          </a:prstGeom>
          <a:noFill/>
          <a:ln/>
        </p:spPr>
        <p:txBody>
          <a:bodyPr wrap="square"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50" b="0" i="0" u="none" strike="noStrike" kern="1200" cap="none" spc="0" normalizeH="0" baseline="0" noProof="0">
                <a:ln>
                  <a:noFill/>
                </a:ln>
                <a:solidFill>
                  <a:srgbClr val="D8E1F2"/>
                </a:solidFill>
                <a:effectLst/>
                <a:uLnTx/>
                <a:uFillTx/>
                <a:latin typeface="Calibri" pitchFamily="34" charset="0"/>
                <a:ea typeface="Calibri" pitchFamily="34" charset="-122"/>
                <a:cs typeface="Calibri" pitchFamily="34" charset="-120"/>
              </a:rPr>
              <a:t>Cowork spend split by department, cost center and person, reconciled to the invoice — the artifact finance has been asking for. Exports straight to CSV.</a:t>
            </a:r>
            <a:endParaRPr kumimoji="0" lang="en-US" sz="12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upport Heading"/>
          <p:cNvSpPr/>
          <p:nvPr/>
        </p:nvSpPr>
        <p:spPr>
          <a:xfrm>
            <a:off x="5150000" y="1572768"/>
            <a:ext cx="6475072" cy="23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6576"/>
                </a:solidFill>
                <a:effectLst/>
                <a:uLnTx/>
                <a:uFillTx/>
                <a:latin typeface="Calibri" pitchFamily="34" charset="0"/>
                <a:ea typeface="Calibri" pitchFamily="34" charset="-122"/>
                <a:cs typeface="Calibri" pitchFamily="34" charset="-120"/>
              </a:rPr>
              <a:t>WHO USES EACH EXPORT</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upport Card 1"/>
          <p:cNvSpPr/>
          <p:nvPr/>
        </p:nvSpPr>
        <p:spPr>
          <a:xfrm>
            <a:off x="5150000" y="1962768"/>
            <a:ext cx="6475072" cy="925000"/>
          </a:xfrm>
          <a:prstGeom prst="roundRect">
            <a:avLst>
              <a:gd name="adj" fmla="val 6000"/>
            </a:avLst>
          </a:prstGeom>
          <a:solidFill>
            <a:srgbClr val="FFFFFF"/>
          </a:solidFill>
          <a:ln w="12700">
            <a:solidFill>
              <a:srgbClr val="DCE4F0"/>
            </a:solidFill>
            <a:prstDash val="solid"/>
          </a:ln>
          <a:effectLst>
            <a:outerShdw blurRad="88900" dist="38100" dir="5400000" algn="bl" rotWithShape="0">
              <a:srgbClr val="8AA0C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upport Icon Tile 1"/>
          <p:cNvSpPr/>
          <p:nvPr/>
        </p:nvSpPr>
        <p:spPr>
          <a:xfrm>
            <a:off x="5380000" y="2170268"/>
            <a:ext cx="510000" cy="510000"/>
          </a:xfrm>
          <a:prstGeom prst="roundRect">
            <a:avLst>
              <a:gd name="adj" fmla="val 16667"/>
            </a:avLst>
          </a:prstGeom>
          <a:solidFill>
            <a:srgbClr val="E3F5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Support Icon 1" descr="Talk track speech icon"/>
          <p:cNvPicPr>
            <a:picLocks noChangeAspect="1"/>
          </p:cNvPicPr>
          <p:nvPr/>
        </p:nvPicPr>
        <p:blipFill>
          <a:blip r:embed="rId4"/>
          <a:stretch>
            <a:fillRect/>
          </a:stretch>
        </p:blipFill>
        <p:spPr>
          <a:xfrm>
            <a:off x="5507000" y="2297268"/>
            <a:ext cx="256000" cy="256000"/>
          </a:xfrm>
          <a:prstGeom prst="rect">
            <a:avLst/>
          </a:prstGeom>
        </p:spPr>
      </p:pic>
      <p:sp>
        <p:nvSpPr>
          <p:cNvPr id="16" name="Support Title 1"/>
          <p:cNvSpPr/>
          <p:nvPr/>
        </p:nvSpPr>
        <p:spPr>
          <a:xfrm>
            <a:off x="6180000" y="2100268"/>
            <a:ext cx="5205072" cy="33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6264A"/>
                </a:solidFill>
                <a:effectLst/>
                <a:uLnTx/>
                <a:uFillTx/>
                <a:latin typeface="Georgia" pitchFamily="34" charset="0"/>
                <a:ea typeface="Georgia" pitchFamily="34" charset="-122"/>
                <a:cs typeface="Georgia" pitchFamily="34" charset="-120"/>
              </a:rPr>
              <a:t>CSV export</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upport Desc 1"/>
          <p:cNvSpPr/>
          <p:nvPr/>
        </p:nvSpPr>
        <p:spPr>
          <a:xfrm>
            <a:off x="6180000" y="2440000"/>
            <a:ext cx="5205072" cy="400000"/>
          </a:xfrm>
          <a:prstGeom prst="rect">
            <a:avLst/>
          </a:prstGeom>
          <a:noFill/>
          <a:ln/>
        </p:spPr>
        <p:txBody>
          <a:bodyPr wrap="square"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050" b="1" i="0" u="none" strike="noStrike" kern="1200" cap="none" spc="0" normalizeH="0" baseline="0" noProof="0">
                <a:ln>
                  <a:noFill/>
                </a:ln>
                <a:solidFill>
                  <a:srgbClr val="12A594"/>
                </a:solidFill>
                <a:effectLst/>
                <a:uLnTx/>
                <a:uFillTx/>
                <a:latin typeface="Calibri" pitchFamily="34" charset="0"/>
                <a:ea typeface="Calibri" pitchFamily="34" charset="-122"/>
                <a:cs typeface="Calibri" pitchFamily="34" charset="-120"/>
              </a:rPr>
              <a:t>Finance and billing — drops into the month-end journal or the internal billing system without rekeying.</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upport Card 2"/>
          <p:cNvSpPr/>
          <p:nvPr/>
        </p:nvSpPr>
        <p:spPr>
          <a:xfrm>
            <a:off x="5150000" y="3011346"/>
            <a:ext cx="6475072" cy="925000"/>
          </a:xfrm>
          <a:prstGeom prst="roundRect">
            <a:avLst>
              <a:gd name="adj" fmla="val 6000"/>
            </a:avLst>
          </a:prstGeom>
          <a:solidFill>
            <a:srgbClr val="FFFFFF"/>
          </a:solidFill>
          <a:ln w="12700">
            <a:solidFill>
              <a:srgbClr val="DCE4F0"/>
            </a:solidFill>
            <a:prstDash val="solid"/>
          </a:ln>
          <a:effectLst>
            <a:outerShdw blurRad="88900" dist="38100" dir="5400000" algn="bl" rotWithShape="0">
              <a:srgbClr val="8AA0C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upport Icon Tile 2"/>
          <p:cNvSpPr/>
          <p:nvPr/>
        </p:nvSpPr>
        <p:spPr>
          <a:xfrm>
            <a:off x="5380000" y="3218846"/>
            <a:ext cx="510000" cy="510000"/>
          </a:xfrm>
          <a:prstGeom prst="roundRect">
            <a:avLst>
              <a:gd name="adj" fmla="val 16667"/>
            </a:avLst>
          </a:prstGeom>
          <a:solidFill>
            <a:srgbClr val="FBF1D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0" name="Support Icon 2" descr="FAQ question mark icon"/>
          <p:cNvPicPr>
            <a:picLocks noChangeAspect="1"/>
          </p:cNvPicPr>
          <p:nvPr/>
        </p:nvPicPr>
        <p:blipFill>
          <a:blip r:embed="rId5"/>
          <a:stretch>
            <a:fillRect/>
          </a:stretch>
        </p:blipFill>
        <p:spPr>
          <a:xfrm>
            <a:off x="5507000" y="3345846"/>
            <a:ext cx="256000" cy="256000"/>
          </a:xfrm>
          <a:prstGeom prst="rect">
            <a:avLst/>
          </a:prstGeom>
        </p:spPr>
      </p:pic>
      <p:sp>
        <p:nvSpPr>
          <p:cNvPr id="21" name="Support Title 2"/>
          <p:cNvSpPr/>
          <p:nvPr/>
        </p:nvSpPr>
        <p:spPr>
          <a:xfrm>
            <a:off x="6180000" y="3148846"/>
            <a:ext cx="5205072" cy="33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6264A"/>
                </a:solidFill>
                <a:effectLst/>
                <a:uLnTx/>
                <a:uFillTx/>
                <a:latin typeface="Georgia" pitchFamily="34" charset="0"/>
                <a:ea typeface="Georgia" pitchFamily="34" charset="-122"/>
                <a:cs typeface="Georgia" pitchFamily="34" charset="-120"/>
              </a:rPr>
              <a:t>Full workbook export</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upport Desc 2"/>
          <p:cNvSpPr/>
          <p:nvPr/>
        </p:nvSpPr>
        <p:spPr>
          <a:xfrm>
            <a:off x="6180000" y="3488846"/>
            <a:ext cx="5205072" cy="400000"/>
          </a:xfrm>
          <a:prstGeom prst="rect">
            <a:avLst/>
          </a:prstGeom>
          <a:noFill/>
          <a:ln/>
        </p:spPr>
        <p:txBody>
          <a:bodyPr wrap="square"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050" b="1" i="0" u="none" strike="noStrike" kern="1200" cap="none" spc="0" normalizeH="0" baseline="0" noProof="0">
                <a:ln>
                  <a:noFill/>
                </a:ln>
                <a:solidFill>
                  <a:srgbClr val="D9922E"/>
                </a:solidFill>
                <a:effectLst/>
                <a:uLnTx/>
                <a:uFillTx/>
                <a:latin typeface="Calibri" pitchFamily="34" charset="0"/>
                <a:ea typeface="Calibri" pitchFamily="34" charset="-122"/>
                <a:cs typeface="Calibri" pitchFamily="34" charset="-120"/>
              </a:rPr>
              <a:t>Analysts — every row behind the summary, so they can rebuild the cut their own way and check the maths.</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upport Card 3"/>
          <p:cNvSpPr/>
          <p:nvPr/>
        </p:nvSpPr>
        <p:spPr>
          <a:xfrm>
            <a:off x="5150000" y="4059924"/>
            <a:ext cx="6475072" cy="925000"/>
          </a:xfrm>
          <a:prstGeom prst="roundRect">
            <a:avLst>
              <a:gd name="adj" fmla="val 6000"/>
            </a:avLst>
          </a:prstGeom>
          <a:solidFill>
            <a:srgbClr val="FFFFFF"/>
          </a:solidFill>
          <a:ln w="12700">
            <a:solidFill>
              <a:srgbClr val="DCE4F0"/>
            </a:solidFill>
            <a:prstDash val="solid"/>
          </a:ln>
          <a:effectLst>
            <a:outerShdw blurRad="88900" dist="38100" dir="5400000" algn="bl" rotWithShape="0">
              <a:srgbClr val="8AA0C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upport Icon Tile 3"/>
          <p:cNvSpPr/>
          <p:nvPr/>
        </p:nvSpPr>
        <p:spPr>
          <a:xfrm>
            <a:off x="5380000" y="4267424"/>
            <a:ext cx="510000" cy="510000"/>
          </a:xfrm>
          <a:prstGeom prst="roundRect">
            <a:avLst>
              <a:gd name="adj" fmla="val 16667"/>
            </a:avLst>
          </a:prstGeom>
          <a:solidFill>
            <a:srgbClr val="EFEA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Support Icon 3" descr="Methodology flask icon"/>
          <p:cNvPicPr>
            <a:picLocks noChangeAspect="1"/>
          </p:cNvPicPr>
          <p:nvPr/>
        </p:nvPicPr>
        <p:blipFill>
          <a:blip r:embed="rId6"/>
          <a:stretch>
            <a:fillRect/>
          </a:stretch>
        </p:blipFill>
        <p:spPr>
          <a:xfrm>
            <a:off x="5507000" y="4394424"/>
            <a:ext cx="256000" cy="256000"/>
          </a:xfrm>
          <a:prstGeom prst="rect">
            <a:avLst/>
          </a:prstGeom>
        </p:spPr>
      </p:pic>
      <p:sp>
        <p:nvSpPr>
          <p:cNvPr id="26" name="Support Title 3"/>
          <p:cNvSpPr/>
          <p:nvPr/>
        </p:nvSpPr>
        <p:spPr>
          <a:xfrm>
            <a:off x="6180000" y="4197424"/>
            <a:ext cx="5205072" cy="33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6264A"/>
                </a:solidFill>
                <a:effectLst/>
                <a:uLnTx/>
                <a:uFillTx/>
                <a:latin typeface="Georgia" pitchFamily="34" charset="0"/>
                <a:ea typeface="Georgia" pitchFamily="34" charset="-122"/>
                <a:cs typeface="Georgia" pitchFamily="34" charset="-120"/>
              </a:rPr>
              <a:t>One-page summary</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upport Desc 3"/>
          <p:cNvSpPr/>
          <p:nvPr/>
        </p:nvSpPr>
        <p:spPr>
          <a:xfrm>
            <a:off x="6180000" y="4537424"/>
            <a:ext cx="5205072" cy="400000"/>
          </a:xfrm>
          <a:prstGeom prst="rect">
            <a:avLst/>
          </a:prstGeom>
          <a:noFill/>
          <a:ln/>
        </p:spPr>
        <p:txBody>
          <a:bodyPr wrap="square"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050" b="1" i="0" u="none" strike="noStrike" kern="1200" cap="none" spc="0" normalizeH="0" baseline="0" noProof="0">
                <a:ln>
                  <a:noFill/>
                </a:ln>
                <a:solidFill>
                  <a:srgbClr val="7A5AD9"/>
                </a:solidFill>
                <a:effectLst/>
                <a:uLnTx/>
                <a:uFillTx/>
                <a:latin typeface="Calibri" pitchFamily="34" charset="0"/>
                <a:ea typeface="Calibri" pitchFamily="34" charset="-122"/>
                <a:cs typeface="Calibri" pitchFamily="34" charset="-120"/>
              </a:rPr>
              <a:t>Executives — a single shareable page with the headline numbers, ready to forward without editing.</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upport Card 4"/>
          <p:cNvSpPr/>
          <p:nvPr/>
        </p:nvSpPr>
        <p:spPr>
          <a:xfrm>
            <a:off x="5150000" y="5108502"/>
            <a:ext cx="6475072" cy="925000"/>
          </a:xfrm>
          <a:prstGeom prst="roundRect">
            <a:avLst>
              <a:gd name="adj" fmla="val 6000"/>
            </a:avLst>
          </a:prstGeom>
          <a:solidFill>
            <a:srgbClr val="FFFFFF"/>
          </a:solidFill>
          <a:ln w="12700">
            <a:solidFill>
              <a:srgbClr val="DCE4F0"/>
            </a:solidFill>
            <a:prstDash val="solid"/>
          </a:ln>
          <a:effectLst>
            <a:outerShdw blurRad="88900" dist="38100" dir="5400000" algn="bl" rotWithShape="0">
              <a:srgbClr val="8AA0C0">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upport Icon Tile 4"/>
          <p:cNvSpPr/>
          <p:nvPr/>
        </p:nvSpPr>
        <p:spPr>
          <a:xfrm>
            <a:off x="5380000" y="5316002"/>
            <a:ext cx="510000" cy="510000"/>
          </a:xfrm>
          <a:prstGeom prst="roundRect">
            <a:avLst>
              <a:gd name="adj" fmla="val 16667"/>
            </a:avLst>
          </a:prstGeom>
          <a:solidFill>
            <a:srgbClr val="E1F1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0" name="Support Icon 4" descr="Adjustable sliders icon"/>
          <p:cNvPicPr>
            <a:picLocks noChangeAspect="1"/>
          </p:cNvPicPr>
          <p:nvPr/>
        </p:nvPicPr>
        <p:blipFill>
          <a:blip r:embed="rId7"/>
          <a:stretch>
            <a:fillRect/>
          </a:stretch>
        </p:blipFill>
        <p:spPr>
          <a:xfrm>
            <a:off x="5507000" y="5443002"/>
            <a:ext cx="256000" cy="256000"/>
          </a:xfrm>
          <a:prstGeom prst="rect">
            <a:avLst/>
          </a:prstGeom>
        </p:spPr>
      </p:pic>
      <p:sp>
        <p:nvSpPr>
          <p:cNvPr id="31" name="Support Title 4"/>
          <p:cNvSpPr/>
          <p:nvPr/>
        </p:nvSpPr>
        <p:spPr>
          <a:xfrm>
            <a:off x="6180000" y="5246002"/>
            <a:ext cx="5205072" cy="330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6264A"/>
                </a:solidFill>
                <a:effectLst/>
                <a:uLnTx/>
                <a:uFillTx/>
                <a:latin typeface="Georgia" pitchFamily="34" charset="0"/>
                <a:ea typeface="Georgia" pitchFamily="34" charset="-122"/>
                <a:cs typeface="Georgia" pitchFamily="34" charset="-120"/>
              </a:rPr>
              <a:t>Policy roster export</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upport Desc 4"/>
          <p:cNvSpPr/>
          <p:nvPr/>
        </p:nvSpPr>
        <p:spPr>
          <a:xfrm>
            <a:off x="6180000" y="5586002"/>
            <a:ext cx="5205072" cy="400000"/>
          </a:xfrm>
          <a:prstGeom prst="rect">
            <a:avLst/>
          </a:prstGeom>
          <a:noFill/>
          <a:ln/>
        </p:spPr>
        <p:txBody>
          <a:bodyPr wrap="square"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1050" b="1" i="0" u="none" strike="noStrike" kern="1200" cap="none" spc="0" normalizeH="0" baseline="0" noProof="0">
                <a:ln>
                  <a:noFill/>
                </a:ln>
                <a:solidFill>
                  <a:srgbClr val="0E7C86"/>
                </a:solidFill>
                <a:effectLst/>
                <a:uLnTx/>
                <a:uFillTx/>
                <a:latin typeface="Calibri" pitchFamily="34" charset="0"/>
                <a:ea typeface="Calibri" pitchFamily="34" charset="-122"/>
                <a:cs typeface="Calibri" pitchFamily="34" charset="-120"/>
              </a:rPr>
              <a:t>IT and AI admins — a point-in-time record of who sat on which spending policy, for audit and for the next review cycle.</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Rectangle: Rounded Corners 25">
            <a:extLst>
              <a:ext uri="{FF2B5EF4-FFF2-40B4-BE49-F238E27FC236}">
                <a16:creationId xmlns:a16="http://schemas.microsoft.com/office/drawing/2014/main" id="{8BCD950E-6A98-5921-5C57-97EDEF3BB23A}"/>
              </a:ext>
            </a:extLst>
          </p:cNvPr>
          <p:cNvSpPr/>
          <p:nvPr/>
        </p:nvSpPr>
        <p:spPr>
          <a:xfrm>
            <a:off x="0" y="48492"/>
            <a:ext cx="4191000" cy="374074"/>
          </a:xfrm>
          <a:prstGeom prst="roundRect">
            <a:avLst/>
          </a:prstGeom>
          <a:solidFill>
            <a:srgbClr val="0B315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F32A09D-E11E-AE4B-0512-787BE42A351C}"/>
              </a:ext>
            </a:extLst>
          </p:cNvPr>
          <p:cNvSpPr/>
          <p:nvPr/>
        </p:nvSpPr>
        <p:spPr>
          <a:xfrm>
            <a:off x="550960" y="48492"/>
            <a:ext cx="3050000" cy="37407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200" b="1">
                <a:solidFill>
                  <a:srgbClr val="F7F9FC"/>
                </a:solidFill>
                <a:effectLst/>
                <a:latin typeface="Calibri" panose="020F0502020204030204" pitchFamily="34" charset="0"/>
              </a:rPr>
              <a:t>Interactive HTML</a:t>
            </a:r>
            <a:endParaRPr lang="en-US" sz="1050"/>
          </a:p>
        </p:txBody>
      </p:sp>
    </p:spTree>
    <p:extLst>
      <p:ext uri="{BB962C8B-B14F-4D97-AF65-F5344CB8AC3E}">
        <p14:creationId xmlns:p14="http://schemas.microsoft.com/office/powerpoint/2010/main" val="1189799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10243E"/>
          </a:solidFill>
          <a:ln>
            <a:noFill/>
          </a:ln>
        </p:spPr>
        <p:txBody>
          <a:bodyPr/>
          <a:lstStyle/>
          <a:p>
            <a:pPr algn="l">
              <a:buNone/>
            </a:pPr>
            <a:endParaRPr lang="en-US" sz="1800">
              <a:latin typeface="Aptos"/>
            </a:endParaRPr>
          </a:p>
        </p:txBody>
      </p:sp>
      <p:sp>
        <p:nvSpPr>
          <p:cNvPr id="3" name="Shape 3"/>
          <p:cNvSpPr/>
          <p:nvPr/>
        </p:nvSpPr>
        <p:spPr>
          <a:xfrm>
            <a:off x="7955280" y="0"/>
            <a:ext cx="4236720" cy="6858000"/>
          </a:xfrm>
          <a:prstGeom prst="rect">
            <a:avLst/>
          </a:prstGeom>
          <a:solidFill>
            <a:srgbClr val="10B8B1"/>
          </a:solidFill>
          <a:ln>
            <a:noFill/>
          </a:ln>
        </p:spPr>
        <p:txBody>
          <a:bodyPr/>
          <a:lstStyle/>
          <a:p>
            <a:pPr algn="l">
              <a:buNone/>
            </a:pPr>
            <a:endParaRPr lang="en-US" sz="1800">
              <a:latin typeface="Aptos"/>
            </a:endParaRPr>
          </a:p>
        </p:txBody>
      </p:sp>
      <p:sp>
        <p:nvSpPr>
          <p:cNvPr id="10" name="Text 4">
            <a:extLst>
              <a:ext uri="{FF2B5EF4-FFF2-40B4-BE49-F238E27FC236}">
                <a16:creationId xmlns:a16="http://schemas.microsoft.com/office/drawing/2014/main" id="{72B0C2AC-B967-472E-9A76-488C7CE1C31E}"/>
              </a:ext>
            </a:extLst>
          </p:cNvPr>
          <p:cNvSpPr/>
          <p:nvPr/>
        </p:nvSpPr>
        <p:spPr>
          <a:xfrm>
            <a:off x="731520" y="1325880"/>
            <a:ext cx="6675120" cy="18288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err="1">
                <a:ln>
                  <a:noFill/>
                </a:ln>
                <a:solidFill>
                  <a:srgbClr val="FFFFFF"/>
                </a:solidFill>
                <a:effectLst/>
                <a:uLnTx/>
                <a:uFillTx/>
                <a:latin typeface="Aptos Display" panose="020B0004020202020204" pitchFamily="34" charset="0"/>
                <a:ea typeface="+mn-ea"/>
                <a:cs typeface="+mn-cs"/>
              </a:rPr>
              <a:t>Questions?</a:t>
            </a:r>
            <a:endParaRPr kumimoji="0" lang="en-US" sz="4400" b="1" i="0" u="none" strike="noStrike" kern="1200" cap="none" spc="0" normalizeH="0" baseline="0" noProof="0">
              <a:ln>
                <a:noFill/>
              </a:ln>
              <a:solidFill>
                <a:srgbClr val="FFFFFF"/>
              </a:solidFill>
              <a:effectLst/>
              <a:uLnTx/>
              <a:uFillTx/>
              <a:latin typeface="Aptos Display"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Aptos Display" panose="020B0004020202020204" pitchFamily="34" charset="0"/>
              <a:ea typeface="+mn-ea"/>
              <a:cs typeface="+mn-cs"/>
            </a:endParaRPr>
          </a:p>
        </p:txBody>
      </p:sp>
      <p:sp>
        <p:nvSpPr>
          <p:cNvPr id="4" name="Theme Eyebrow">
            <a:extLst>
              <a:ext uri="{FF2B5EF4-FFF2-40B4-BE49-F238E27FC236}">
                <a16:creationId xmlns:a16="http://schemas.microsoft.com/office/drawing/2014/main" id="{9249F2FA-8F8C-AA5B-8309-4CBC35474144}"/>
              </a:ext>
            </a:extLst>
          </p:cNvPr>
          <p:cNvSpPr txBox="1"/>
          <p:nvPr/>
        </p:nvSpPr>
        <p:spPr>
          <a:xfrm>
            <a:off x="731520" y="3534044"/>
            <a:ext cx="6675120" cy="492443"/>
          </a:xfrm>
          <a:prstGeom prst="rect">
            <a:avLst/>
          </a:prstGeom>
          <a:noFill/>
        </p:spPr>
        <p:txBody>
          <a:bodyPr vert="horz" lIns="0" tIns="0" rIns="0" bIns="0" rtlCol="0">
            <a:spAutoFit/>
          </a:bodyPr>
          <a:lstStyle/>
          <a:p>
            <a:r>
              <a:rPr lang="en-US" sz="3200" b="1">
                <a:solidFill>
                  <a:srgbClr val="7DE0DB"/>
                </a:solidFill>
                <a:latin typeface="Aptos" panose="020B0004020202020204" pitchFamily="34" charset="0"/>
              </a:rPr>
              <a:t>Please share customer feedback!</a:t>
            </a:r>
          </a:p>
        </p:txBody>
      </p:sp>
      <p:sp>
        <p:nvSpPr>
          <p:cNvPr id="5" name="Theme Footer">
            <a:extLst>
              <a:ext uri="{FF2B5EF4-FFF2-40B4-BE49-F238E27FC236}">
                <a16:creationId xmlns:a16="http://schemas.microsoft.com/office/drawing/2014/main" id="{740D56C0-1D75-7E68-630C-404759A371F8}"/>
              </a:ext>
            </a:extLst>
          </p:cNvPr>
          <p:cNvSpPr txBox="1"/>
          <p:nvPr/>
        </p:nvSpPr>
        <p:spPr>
          <a:xfrm>
            <a:off x="566420" y="6705600"/>
            <a:ext cx="11059160" cy="107722"/>
          </a:xfrm>
          <a:prstGeom prst="rect">
            <a:avLst/>
          </a:prstGeom>
          <a:noFill/>
        </p:spPr>
        <p:txBody>
          <a:bodyPr vert="horz" lIns="0" tIns="0" rIns="0" bIns="0" rtlCol="0">
            <a:spAutoFit/>
          </a:bodyPr>
          <a:lstStyle/>
          <a:p>
            <a:pPr algn="r"/>
            <a:r>
              <a:rPr lang="en-US" sz="700" b="1">
                <a:solidFill>
                  <a:srgbClr val="CBD5E1"/>
                </a:solidFill>
                <a:latin typeface="Aptos" panose="020B0004020202020204" pitchFamily="34" charset="0"/>
              </a:rPr>
              <a:t>COWORK CREDIT CHARGEBACK</a:t>
            </a:r>
          </a:p>
        </p:txBody>
      </p:sp>
    </p:spTree>
    <p:extLst>
      <p:ext uri="{BB962C8B-B14F-4D97-AF65-F5344CB8AC3E}">
        <p14:creationId xmlns:p14="http://schemas.microsoft.com/office/powerpoint/2010/main" val="1959217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20</TotalTime>
  <Words>3679</Words>
  <Application>Microsoft Office PowerPoint</Application>
  <PresentationFormat>Widescreen</PresentationFormat>
  <Paragraphs>373</Paragraphs>
  <Slides>19</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Aptos</vt:lpstr>
      <vt:lpstr>Aptos Display</vt:lpstr>
      <vt:lpstr>Arial</vt:lpstr>
      <vt:lpstr>Calibri</vt:lpstr>
      <vt:lpstr>Calibri Light</vt:lpstr>
      <vt:lpstr>Consolas</vt:lpstr>
      <vt:lpstr>Georgia</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Stephanie Smith</dc:creator>
  <cp:lastModifiedBy>Stephanie Smith</cp:lastModifiedBy>
  <cp:revision>34</cp:revision>
  <dcterms:created xsi:type="dcterms:W3CDTF">2026-08-13T16:31:47Z</dcterms:created>
  <dcterms:modified xsi:type="dcterms:W3CDTF">2026-08-20T16:30:09Z</dcterms:modified>
</cp:coreProperties>
</file>